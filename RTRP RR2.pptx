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g"/>
  <Default Extension="png" ContentType="image/png"/>
  <Default Extension="bmp" ContentType="image/bmp"/>
  <Default Extension="gif" ContentType="image/gif"/>
  <Default Extension="tif" ContentType="image/tif"/>
  <Default Extension="pdf" ContentType="application/pdf"/>
  <Default Extension="mov" ContentType="application/movie"/>
  <Default Extension="vml" ContentType="application/vnd.openxmlformats-officedocument.vmlDrawing"/>
  <Default Extension="xlsx" ContentType="application/vnd.openxmlformats-officedocument.spreadsheetml.sheet"/>
  <Override PartName="/docProps/core.xml" ContentType="application/vnd.openxmlformats-package.core-properties+xml"/>
  <Override PartName="/docProps/app.xml" ContentType="application/vnd.openxmlformats-officedocument.extended-properties+xml"/>
  <Override PartName="/ppt/presentation.xml" ContentType="application/vnd.openxmlformats-officedocument.presentationml.presentation.main+xml"/>
  <Override PartName="/ppt/presProps.xml" ContentType="application/vnd.openxmlformats-officedocument.presentationml.presProps+xml"/>
  <Override PartName="/ppt/viewProps.xml" ContentType="application/vnd.openxmlformats-officedocument.presentationml.viewProps+xml"/>
  <Override PartName="/ppt/commentAuthors.xml" ContentType="application/vnd.openxmlformats-officedocument.presentationml.commentAuthors+xml"/>
  <Override PartName="/ppt/tableStyles.xml" ContentType="application/vnd.openxmlformats-officedocument.presentationml.tableStyles+xml"/>
  <Override PartName="/ppt/slideMasters/slideMaster1.xml" ContentType="application/vnd.openxmlformats-officedocument.presentationml.slideMaster+xml"/>
  <Override PartName="/ppt/theme/theme1.xml" ContentType="application/vnd.openxmlformats-officedocument.theme+xml"/>
  <Override PartName="/ppt/notesMasters/notesMaster1.xml" ContentType="application/vnd.openxmlformats-officedocument.presentationml.notes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theme/theme2.xml" ContentType="application/vnd.openxmlformats-officedocument.theme+xml"/>
  <Override PartName="/ppt/media/image1.jpeg" ContentType="image/jpeg"/>
  <Override PartName="/ppt/media/image2.jpeg" ContentType="image/jpeg"/>
  <Override PartName="/ppt/media/image3.jpeg" ContentType="image/jpeg"/>
</Types>
</file>

<file path=_rels/.rels><?xml version="1.0" encoding="UTF-8"?>
<Relationships xmlns="http://schemas.openxmlformats.org/package/2006/relationships"><Relationship Id="rId1" Type="http://schemas.openxmlformats.org/package/2006/relationships/metadata/core-properties" Target="docProps/core.xml"/><Relationship Id="rId2" Type="http://schemas.openxmlformats.org/officeDocument/2006/relationships/extended-properties" Target="docProps/app.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p:sldMasterIdLst>
    <p:sldMasterId id="2147483648" r:id="rId5"/>
  </p:sldMasterIdLst>
  <p:notesMasterIdLst>
    <p:notesMasterId r:id="rId7"/>
  </p:notesMasterIdLst>
  <p:sldIdLst>
    <p:sldId id="256" r:id="rId8"/>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Lst>
  <p:sldSz cx="12192000" cy="6858000"/>
  <p:notesSz cx="6858000" cy="9144000"/>
  <p:defaultTextStyle>
    <a:def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defPPr>
    <a:lvl1pPr marL="0" marR="0" indent="0" algn="l" defTabSz="9144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mj-lt"/>
        <a:ea typeface="+mj-ea"/>
        <a:cs typeface="+mj-cs"/>
        <a:sym typeface="Bierstadt"/>
      </a:defRPr>
    </a:lvl1pPr>
    <a:lvl2pPr marL="0" marR="0" indent="457200" algn="l" defTabSz="9144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mj-lt"/>
        <a:ea typeface="+mj-ea"/>
        <a:cs typeface="+mj-cs"/>
        <a:sym typeface="Bierstadt"/>
      </a:defRPr>
    </a:lvl2pPr>
    <a:lvl3pPr marL="0" marR="0" indent="914400" algn="l" defTabSz="9144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mj-lt"/>
        <a:ea typeface="+mj-ea"/>
        <a:cs typeface="+mj-cs"/>
        <a:sym typeface="Bierstadt"/>
      </a:defRPr>
    </a:lvl3pPr>
    <a:lvl4pPr marL="0" marR="0" indent="1371600" algn="l" defTabSz="9144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mj-lt"/>
        <a:ea typeface="+mj-ea"/>
        <a:cs typeface="+mj-cs"/>
        <a:sym typeface="Bierstadt"/>
      </a:defRPr>
    </a:lvl4pPr>
    <a:lvl5pPr marL="0" marR="0" indent="1828800" algn="l" defTabSz="9144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mj-lt"/>
        <a:ea typeface="+mj-ea"/>
        <a:cs typeface="+mj-cs"/>
        <a:sym typeface="Bierstadt"/>
      </a:defRPr>
    </a:lvl5pPr>
    <a:lvl6pPr marL="0" marR="0" indent="2286000" algn="l" defTabSz="9144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mj-lt"/>
        <a:ea typeface="+mj-ea"/>
        <a:cs typeface="+mj-cs"/>
        <a:sym typeface="Bierstadt"/>
      </a:defRPr>
    </a:lvl6pPr>
    <a:lvl7pPr marL="0" marR="0" indent="2743200" algn="l" defTabSz="9144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mj-lt"/>
        <a:ea typeface="+mj-ea"/>
        <a:cs typeface="+mj-cs"/>
        <a:sym typeface="Bierstadt"/>
      </a:defRPr>
    </a:lvl7pPr>
    <a:lvl8pPr marL="0" marR="0" indent="3200400" algn="l" defTabSz="9144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mj-lt"/>
        <a:ea typeface="+mj-ea"/>
        <a:cs typeface="+mj-cs"/>
        <a:sym typeface="Bierstadt"/>
      </a:defRPr>
    </a:lvl8pPr>
    <a:lvl9pPr marL="0" marR="0" indent="3657600" algn="l" defTabSz="9144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mj-lt"/>
        <a:ea typeface="+mj-ea"/>
        <a:cs typeface="+mj-cs"/>
        <a:sym typeface="Bierstadt"/>
      </a:defRPr>
    </a:lvl9pPr>
  </p:defaultTextStyle>
</p:presentation>
</file>

<file path=ppt/commentAuthors.xml><?xml version="1.0" encoding="utf-8"?>
<p:cmAuthorLs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file>

<file path=ppt/presProps.xml><?xml version="1.0" encoding="utf-8"?>
<p:presentationPr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p:showPr loop="0"/>
</p:presentationPr>
</file>

<file path=ppt/tableStyles.xml><?xml version="1.0" encoding="utf-8"?>
<a:tblStyleLst xmlns:a="http://schemas.openxmlformats.org/drawingml/2006/main" xmlns:r="http://schemas.openxmlformats.org/officeDocument/2006/relationships" def="{5940675A-B579-460E-94D1-54222C63F5DA}">
  <a:tblStyle styleId="{4C3C2611-4C71-4FC5-86AE-919BDF0F9419}" styleName="">
    <a:tblBg/>
    <a:wholeTbl>
      <a:tcTxStyle b="off" i="off">
        <a:fontRef idx="major">
          <a:srgbClr val="000000"/>
        </a:fontRef>
        <a:srgbClr val="000000"/>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F7DFCA"/>
          </a:solidFill>
        </a:fill>
      </a:tcStyle>
    </a:wholeTbl>
    <a:band2H>
      <a:tcTxStyle b="def" i="def"/>
      <a:tcStyle>
        <a:tcBdr/>
        <a:fill>
          <a:solidFill>
            <a:srgbClr val="FBF0E6"/>
          </a:solidFill>
        </a:fill>
      </a:tcStyle>
    </a:band2H>
    <a:firstCol>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1"/>
          </a:solidFill>
        </a:fill>
      </a:tcStyle>
    </a:firstCol>
    <a:lastRow>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381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1"/>
          </a:solidFill>
        </a:fill>
      </a:tcStyle>
    </a:lastRow>
    <a:firstRow>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381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1"/>
          </a:solidFill>
        </a:fill>
      </a:tcStyle>
    </a:firstRow>
  </a:tblStyle>
  <a:tblStyle styleId="{C7B018BB-80A7-4F77-B60F-C8B233D01FF8}" styleName="">
    <a:tblBg/>
    <a:wholeTbl>
      <a:tcTxStyle b="off" i="off">
        <a:fontRef idx="major">
          <a:srgbClr val="000000"/>
        </a:fontRef>
        <a:srgbClr val="000000"/>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F5CECB"/>
          </a:solidFill>
        </a:fill>
      </a:tcStyle>
    </a:wholeTbl>
    <a:band2H>
      <a:tcTxStyle b="def" i="def"/>
      <a:tcStyle>
        <a:tcBdr/>
        <a:fill>
          <a:solidFill>
            <a:srgbClr val="FAE8E7"/>
          </a:solidFill>
        </a:fill>
      </a:tcStyle>
    </a:band2H>
    <a:firstCol>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3"/>
          </a:solidFill>
        </a:fill>
      </a:tcStyle>
    </a:firstCol>
    <a:lastRow>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381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3"/>
          </a:solidFill>
        </a:fill>
      </a:tcStyle>
    </a:lastRow>
    <a:firstRow>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381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3"/>
          </a:solidFill>
        </a:fill>
      </a:tcStyle>
    </a:firstRow>
  </a:tblStyle>
  <a:tblStyle styleId="{EEE7283C-3CF3-47DC-8721-378D4A62B228}" styleName="">
    <a:tblBg/>
    <a:wholeTbl>
      <a:tcTxStyle b="off" i="off">
        <a:fontRef idx="major">
          <a:srgbClr val="000000"/>
        </a:fontRef>
        <a:srgbClr val="000000"/>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CAEBD5"/>
          </a:solidFill>
        </a:fill>
      </a:tcStyle>
    </a:wholeTbl>
    <a:band2H>
      <a:tcTxStyle b="def" i="def"/>
      <a:tcStyle>
        <a:tcBdr/>
        <a:fill>
          <a:solidFill>
            <a:srgbClr val="E6F5EB"/>
          </a:solidFill>
        </a:fill>
      </a:tcStyle>
    </a:band2H>
    <a:firstCol>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6"/>
          </a:solidFill>
        </a:fill>
      </a:tcStyle>
    </a:firstCol>
    <a:lastRow>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381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6"/>
          </a:solidFill>
        </a:fill>
      </a:tcStyle>
    </a:lastRow>
    <a:firstRow>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381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6"/>
          </a:solidFill>
        </a:fill>
      </a:tcStyle>
    </a:firstRow>
  </a:tblStyle>
  <a:tblStyle styleId="{CF821DB8-F4EB-4A41-A1BA-3FCAFE7338EE}" styleName="">
    <a:tblBg/>
    <a:wholeTbl>
      <a:tcTxStyle b="off" i="off">
        <a:fontRef idx="major">
          <a:srgbClr val="000000"/>
        </a:fontRef>
        <a:srgbClr val="000000"/>
      </a:tcTxStyle>
      <a:tcStyle>
        <a:tcBdr>
          <a:left>
            <a:ln w="12700" cap="flat">
              <a:noFill/>
              <a:miter lim="400000"/>
            </a:ln>
          </a:left>
          <a:right>
            <a:ln w="12700" cap="flat">
              <a:noFill/>
              <a:miter lim="400000"/>
            </a:ln>
          </a:right>
          <a:top>
            <a:ln w="12700" cap="flat">
              <a:noFill/>
              <a:miter lim="400000"/>
            </a:ln>
          </a:top>
          <a:bottom>
            <a:ln w="12700" cap="flat">
              <a:noFill/>
              <a:miter lim="400000"/>
            </a:ln>
          </a:bottom>
          <a:insideH>
            <a:ln w="12700" cap="flat">
              <a:noFill/>
              <a:miter lim="400000"/>
            </a:ln>
          </a:insideH>
          <a:insideV>
            <a:ln w="12700" cap="flat">
              <a:noFill/>
              <a:miter lim="400000"/>
            </a:ln>
          </a:insideV>
        </a:tcBdr>
        <a:fill>
          <a:solidFill>
            <a:srgbClr val="E6E6E6"/>
          </a:solidFill>
        </a:fill>
      </a:tcStyle>
    </a:wholeTbl>
    <a:band2H>
      <a:tcTxStyle b="def" i="def"/>
      <a:tcStyle>
        <a:tcBdr/>
        <a:fill>
          <a:solidFill>
            <a:srgbClr val="FFFFFF"/>
          </a:solidFill>
        </a:fill>
      </a:tcStyle>
    </a:band2H>
    <a:firstCol>
      <a:tcTxStyle b="on" i="off">
        <a:fontRef idx="major">
          <a:srgbClr val="FFFFFF"/>
        </a:fontRef>
        <a:srgbClr val="FFFFFF"/>
      </a:tcTxStyle>
      <a:tcStyle>
        <a:tcBdr>
          <a:left>
            <a:ln w="12700" cap="flat">
              <a:noFill/>
              <a:miter lim="400000"/>
            </a:ln>
          </a:left>
          <a:right>
            <a:ln w="12700" cap="flat">
              <a:noFill/>
              <a:miter lim="400000"/>
            </a:ln>
          </a:right>
          <a:top>
            <a:ln w="12700" cap="flat">
              <a:noFill/>
              <a:miter lim="400000"/>
            </a:ln>
          </a:top>
          <a:bottom>
            <a:ln w="12700" cap="flat">
              <a:noFill/>
              <a:miter lim="400000"/>
            </a:ln>
          </a:bottom>
          <a:insideH>
            <a:ln w="12700" cap="flat">
              <a:noFill/>
              <a:miter lim="400000"/>
            </a:ln>
          </a:insideH>
          <a:insideV>
            <a:ln w="12700" cap="flat">
              <a:noFill/>
              <a:miter lim="400000"/>
            </a:ln>
          </a:insideV>
        </a:tcBdr>
        <a:fill>
          <a:solidFill>
            <a:schemeClr val="accent1"/>
          </a:solidFill>
        </a:fill>
      </a:tcStyle>
    </a:firstCol>
    <a:lastRow>
      <a:tcTxStyle b="on" i="off">
        <a:fontRef idx="major">
          <a:srgbClr val="000000"/>
        </a:fontRef>
        <a:srgbClr val="000000"/>
      </a:tcTxStyle>
      <a:tcStyle>
        <a:tcBdr>
          <a:left>
            <a:ln w="12700" cap="flat">
              <a:noFill/>
              <a:miter lim="400000"/>
            </a:ln>
          </a:left>
          <a:right>
            <a:ln w="12700" cap="flat">
              <a:noFill/>
              <a:miter lim="400000"/>
            </a:ln>
          </a:right>
          <a:top>
            <a:ln w="50800" cap="flat">
              <a:solidFill>
                <a:srgbClr val="000000"/>
              </a:solidFill>
              <a:prstDash val="solid"/>
              <a:round/>
            </a:ln>
          </a:top>
          <a:bottom>
            <a:ln w="25400" cap="flat">
              <a:solidFill>
                <a:srgbClr val="000000"/>
              </a:solidFill>
              <a:prstDash val="solid"/>
              <a:round/>
            </a:ln>
          </a:bottom>
          <a:insideH>
            <a:ln w="12700" cap="flat">
              <a:noFill/>
              <a:miter lim="400000"/>
            </a:ln>
          </a:insideH>
          <a:insideV>
            <a:ln w="12700" cap="flat">
              <a:noFill/>
              <a:miter lim="400000"/>
            </a:ln>
          </a:insideV>
        </a:tcBdr>
        <a:fill>
          <a:solidFill>
            <a:srgbClr val="FFFFFF"/>
          </a:solidFill>
        </a:fill>
      </a:tcStyle>
    </a:lastRow>
    <a:firstRow>
      <a:tcTxStyle b="on" i="off">
        <a:fontRef idx="major">
          <a:srgbClr val="FFFFFF"/>
        </a:fontRef>
        <a:srgbClr val="FFFFFF"/>
      </a:tcTxStyle>
      <a:tcStyle>
        <a:tcBdr>
          <a:left>
            <a:ln w="12700" cap="flat">
              <a:noFill/>
              <a:miter lim="400000"/>
            </a:ln>
          </a:left>
          <a:right>
            <a:ln w="12700" cap="flat">
              <a:noFill/>
              <a:miter lim="400000"/>
            </a:ln>
          </a:right>
          <a:top>
            <a:ln w="25400" cap="flat">
              <a:solidFill>
                <a:srgbClr val="000000"/>
              </a:solidFill>
              <a:prstDash val="solid"/>
              <a:round/>
            </a:ln>
          </a:top>
          <a:bottom>
            <a:ln w="25400" cap="flat">
              <a:solidFill>
                <a:srgbClr val="000000"/>
              </a:solidFill>
              <a:prstDash val="solid"/>
              <a:round/>
            </a:ln>
          </a:bottom>
          <a:insideH>
            <a:ln w="12700" cap="flat">
              <a:noFill/>
              <a:miter lim="400000"/>
            </a:ln>
          </a:insideH>
          <a:insideV>
            <a:ln w="12700" cap="flat">
              <a:noFill/>
              <a:miter lim="400000"/>
            </a:ln>
          </a:insideV>
        </a:tcBdr>
        <a:fill>
          <a:solidFill>
            <a:schemeClr val="accent1"/>
          </a:solidFill>
        </a:fill>
      </a:tcStyle>
    </a:firstRow>
  </a:tblStyle>
  <a:tblStyle styleId="{33BA23B1-9221-436E-865A-0063620EA4FD}" styleName="">
    <a:tblBg/>
    <a:wholeTbl>
      <a:tcTxStyle b="off" i="off">
        <a:fontRef idx="major">
          <a:srgbClr val="000000"/>
        </a:fontRef>
        <a:srgbClr val="000000"/>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CACACA"/>
          </a:solidFill>
        </a:fill>
      </a:tcStyle>
    </a:wholeTbl>
    <a:band2H>
      <a:tcTxStyle b="def" i="def"/>
      <a:tcStyle>
        <a:tcBdr/>
        <a:fill>
          <a:solidFill>
            <a:srgbClr val="E6E6E6"/>
          </a:solidFill>
        </a:fill>
      </a:tcStyle>
    </a:band2H>
    <a:firstCol>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000000"/>
          </a:solidFill>
        </a:fill>
      </a:tcStyle>
    </a:firstCol>
    <a:lastRow>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381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000000"/>
          </a:solidFill>
        </a:fill>
      </a:tcStyle>
    </a:lastRow>
    <a:firstRow>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381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000000"/>
          </a:solidFill>
        </a:fill>
      </a:tcStyle>
    </a:firstRow>
  </a:tblStyle>
  <a:tblStyle styleId="{2708684C-4D16-4618-839F-0558EEFCDFE6}" styleName="">
    <a:tblBg/>
    <a:wholeTbl>
      <a:tcTxStyle b="off" i="off">
        <a:fontRef idx="major">
          <a:srgbClr val="000000"/>
        </a:fontRef>
        <a:srgbClr val="000000"/>
      </a:tcTxStyle>
      <a:tcStyle>
        <a:tcBdr>
          <a:left>
            <a:ln w="12700" cap="flat">
              <a:solidFill>
                <a:srgbClr val="000000"/>
              </a:solidFill>
              <a:prstDash val="solid"/>
              <a:round/>
            </a:ln>
          </a:left>
          <a:right>
            <a:ln w="12700" cap="flat">
              <a:solidFill>
                <a:srgbClr val="000000"/>
              </a:solidFill>
              <a:prstDash val="solid"/>
              <a:round/>
            </a:ln>
          </a:right>
          <a:top>
            <a:ln w="12700" cap="flat">
              <a:solidFill>
                <a:srgbClr val="000000"/>
              </a:solidFill>
              <a:prstDash val="solid"/>
              <a:round/>
            </a:ln>
          </a:top>
          <a:bottom>
            <a:ln w="12700" cap="flat">
              <a:solidFill>
                <a:srgbClr val="000000"/>
              </a:solidFill>
              <a:prstDash val="solid"/>
              <a:round/>
            </a:ln>
          </a:bottom>
          <a:insideH>
            <a:ln w="12700" cap="flat">
              <a:solidFill>
                <a:srgbClr val="000000"/>
              </a:solidFill>
              <a:prstDash val="solid"/>
              <a:round/>
            </a:ln>
          </a:insideH>
          <a:insideV>
            <a:ln w="12700" cap="flat">
              <a:solidFill>
                <a:srgbClr val="000000"/>
              </a:solidFill>
              <a:prstDash val="solid"/>
              <a:round/>
            </a:ln>
          </a:insideV>
        </a:tcBdr>
        <a:fill>
          <a:solidFill>
            <a:srgbClr val="000000">
              <a:alpha val="20000"/>
            </a:srgbClr>
          </a:solidFill>
        </a:fill>
      </a:tcStyle>
    </a:wholeTbl>
    <a:band2H>
      <a:tcTxStyle b="def" i="def"/>
      <a:tcStyle>
        <a:tcBdr/>
        <a:fill>
          <a:solidFill>
            <a:srgbClr val="FFFFFF"/>
          </a:solidFill>
        </a:fill>
      </a:tcStyle>
    </a:band2H>
    <a:firstCol>
      <a:tcTxStyle b="on" i="off">
        <a:fontRef idx="major">
          <a:srgbClr val="000000"/>
        </a:fontRef>
        <a:srgbClr val="000000"/>
      </a:tcTxStyle>
      <a:tcStyle>
        <a:tcBdr>
          <a:left>
            <a:ln w="12700" cap="flat">
              <a:solidFill>
                <a:srgbClr val="000000"/>
              </a:solidFill>
              <a:prstDash val="solid"/>
              <a:round/>
            </a:ln>
          </a:left>
          <a:right>
            <a:ln w="12700" cap="flat">
              <a:solidFill>
                <a:srgbClr val="000000"/>
              </a:solidFill>
              <a:prstDash val="solid"/>
              <a:round/>
            </a:ln>
          </a:right>
          <a:top>
            <a:ln w="12700" cap="flat">
              <a:solidFill>
                <a:srgbClr val="000000"/>
              </a:solidFill>
              <a:prstDash val="solid"/>
              <a:round/>
            </a:ln>
          </a:top>
          <a:bottom>
            <a:ln w="12700" cap="flat">
              <a:solidFill>
                <a:srgbClr val="000000"/>
              </a:solidFill>
              <a:prstDash val="solid"/>
              <a:round/>
            </a:ln>
          </a:bottom>
          <a:insideH>
            <a:ln w="12700" cap="flat">
              <a:solidFill>
                <a:srgbClr val="000000"/>
              </a:solidFill>
              <a:prstDash val="solid"/>
              <a:round/>
            </a:ln>
          </a:insideH>
          <a:insideV>
            <a:ln w="12700" cap="flat">
              <a:solidFill>
                <a:srgbClr val="000000"/>
              </a:solidFill>
              <a:prstDash val="solid"/>
              <a:round/>
            </a:ln>
          </a:insideV>
        </a:tcBdr>
        <a:fill>
          <a:solidFill>
            <a:srgbClr val="000000">
              <a:alpha val="20000"/>
            </a:srgbClr>
          </a:solidFill>
        </a:fill>
      </a:tcStyle>
    </a:firstCol>
    <a:lastRow>
      <a:tcTxStyle b="on" i="off">
        <a:fontRef idx="major">
          <a:srgbClr val="000000"/>
        </a:fontRef>
        <a:srgbClr val="000000"/>
      </a:tcTxStyle>
      <a:tcStyle>
        <a:tcBdr>
          <a:left>
            <a:ln w="12700" cap="flat">
              <a:solidFill>
                <a:srgbClr val="000000"/>
              </a:solidFill>
              <a:prstDash val="solid"/>
              <a:round/>
            </a:ln>
          </a:left>
          <a:right>
            <a:ln w="12700" cap="flat">
              <a:solidFill>
                <a:srgbClr val="000000"/>
              </a:solidFill>
              <a:prstDash val="solid"/>
              <a:round/>
            </a:ln>
          </a:right>
          <a:top>
            <a:ln w="50800" cap="flat">
              <a:solidFill>
                <a:srgbClr val="000000"/>
              </a:solidFill>
              <a:prstDash val="solid"/>
              <a:round/>
            </a:ln>
          </a:top>
          <a:bottom>
            <a:ln w="12700" cap="flat">
              <a:solidFill>
                <a:srgbClr val="000000"/>
              </a:solidFill>
              <a:prstDash val="solid"/>
              <a:round/>
            </a:ln>
          </a:bottom>
          <a:insideH>
            <a:ln w="12700" cap="flat">
              <a:solidFill>
                <a:srgbClr val="000000"/>
              </a:solidFill>
              <a:prstDash val="solid"/>
              <a:round/>
            </a:ln>
          </a:insideH>
          <a:insideV>
            <a:ln w="12700" cap="flat">
              <a:solidFill>
                <a:srgbClr val="000000"/>
              </a:solidFill>
              <a:prstDash val="solid"/>
              <a:round/>
            </a:ln>
          </a:insideV>
        </a:tcBdr>
        <a:fill>
          <a:noFill/>
        </a:fill>
      </a:tcStyle>
    </a:lastRow>
    <a:firstRow>
      <a:tcTxStyle b="on" i="off">
        <a:fontRef idx="major">
          <a:srgbClr val="000000"/>
        </a:fontRef>
        <a:srgbClr val="000000"/>
      </a:tcTxStyle>
      <a:tcStyle>
        <a:tcBdr>
          <a:left>
            <a:ln w="12700" cap="flat">
              <a:solidFill>
                <a:srgbClr val="000000"/>
              </a:solidFill>
              <a:prstDash val="solid"/>
              <a:round/>
            </a:ln>
          </a:left>
          <a:right>
            <a:ln w="12700" cap="flat">
              <a:solidFill>
                <a:srgbClr val="000000"/>
              </a:solidFill>
              <a:prstDash val="solid"/>
              <a:round/>
            </a:ln>
          </a:right>
          <a:top>
            <a:ln w="12700" cap="flat">
              <a:solidFill>
                <a:srgbClr val="000000"/>
              </a:solidFill>
              <a:prstDash val="solid"/>
              <a:round/>
            </a:ln>
          </a:top>
          <a:bottom>
            <a:ln w="25400" cap="flat">
              <a:solidFill>
                <a:srgbClr val="000000"/>
              </a:solidFill>
              <a:prstDash val="solid"/>
              <a:round/>
            </a:ln>
          </a:bottom>
          <a:insideH>
            <a:ln w="12700" cap="flat">
              <a:solidFill>
                <a:srgbClr val="000000"/>
              </a:solidFill>
              <a:prstDash val="solid"/>
              <a:round/>
            </a:ln>
          </a:insideH>
          <a:insideV>
            <a:ln w="12700" cap="flat">
              <a:solidFill>
                <a:srgbClr val="000000"/>
              </a:solidFill>
              <a:prstDash val="solid"/>
              <a:round/>
            </a:ln>
          </a:insideV>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Comments="1"/>
</file>

<file path=ppt/_rels/presentation.xml.rels><?xml version="1.0" encoding="UTF-8"?>
<Relationships xmlns="http://schemas.openxmlformats.org/package/2006/relationships"><Relationship Id="rId1" Type="http://schemas.openxmlformats.org/officeDocument/2006/relationships/presProps" Target="presProps.xml"/><Relationship Id="rId2" Type="http://schemas.openxmlformats.org/officeDocument/2006/relationships/viewProps" Target="viewProps.xml"/><Relationship Id="rId3" Type="http://schemas.openxmlformats.org/officeDocument/2006/relationships/commentAuthors" Target="commentAuthors.xml"/><Relationship Id="rId4" Type="http://schemas.openxmlformats.org/officeDocument/2006/relationships/tableStyles" Target="tableStyles.xml"/><Relationship Id="rId5" Type="http://schemas.openxmlformats.org/officeDocument/2006/relationships/slideMaster" Target="slideMasters/slideMaster1.xml"/><Relationship Id="rId6" Type="http://schemas.openxmlformats.org/officeDocument/2006/relationships/theme" Target="theme/theme1.xml"/><Relationship Id="rId7" Type="http://schemas.openxmlformats.org/officeDocument/2006/relationships/notesMaster" Target="notesMasters/notesMaster1.xml"/><Relationship Id="rId8" Type="http://schemas.openxmlformats.org/officeDocument/2006/relationships/slide" Target="slides/slide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s>

</file>

<file path=ppt/notesMasters/_rels/notesMaster1.xml.rels><?xml version="1.0" encoding="UTF-8"?>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p:cSld>
    <p:spTree>
      <p:nvGrpSpPr>
        <p:cNvPr id="1" name=""/>
        <p:cNvGrpSpPr/>
        <p:nvPr/>
      </p:nvGrpSpPr>
      <p:grpSpPr>
        <a:xfrm>
          <a:off x="0" y="0"/>
          <a:ext cx="0" cy="0"/>
          <a:chOff x="0" y="0"/>
          <a:chExt cx="0" cy="0"/>
        </a:xfrm>
      </p:grpSpPr>
      <p:sp>
        <p:nvSpPr>
          <p:cNvPr id="94" name="Shape 94"/>
          <p:cNvSpPr/>
          <p:nvPr>
            <p:ph type="sldImg"/>
          </p:nvPr>
        </p:nvSpPr>
        <p:spPr>
          <a:xfrm>
            <a:off x="1143000" y="685800"/>
            <a:ext cx="4572000" cy="3429000"/>
          </a:xfrm>
          <a:prstGeom prst="rect">
            <a:avLst/>
          </a:prstGeom>
        </p:spPr>
        <p:txBody>
          <a:bodyPr/>
          <a:lstStyle/>
          <a:p>
            <a:pPr/>
          </a:p>
        </p:txBody>
      </p:sp>
      <p:sp>
        <p:nvSpPr>
          <p:cNvPr id="95" name="Shape 95"/>
          <p:cNvSpPr/>
          <p:nvPr>
            <p:ph type="body" sz="quarter" idx="1"/>
          </p:nvPr>
        </p:nvSpPr>
        <p:spPr>
          <a:xfrm>
            <a:off x="914400" y="4343400"/>
            <a:ext cx="5029200" cy="4114800"/>
          </a:xfrm>
          <a:prstGeom prst="rect">
            <a:avLst/>
          </a:prstGeom>
        </p:spPr>
        <p:txBody>
          <a:bodyPr/>
          <a:lstStyle/>
          <a:p>
            <a:pPr/>
          </a:p>
        </p:txBody>
      </p:sp>
    </p:spTree>
  </p:cSld>
  <p:clrMap bg1="lt1" tx1="dk1" bg2="lt2" tx2="dk2" accent1="accent1" accent2="accent2" accent3="accent3" accent4="accent4" accent5="accent5" accent6="accent6" hlink="hlink" folHlink="folHlink"/>
  <p:notesStyle>
    <a:lvl1pPr latinLnBrk="0">
      <a:defRPr sz="1200">
        <a:latin typeface="+mj-lt"/>
        <a:ea typeface="+mj-ea"/>
        <a:cs typeface="+mj-cs"/>
        <a:sym typeface="Bierstadt"/>
      </a:defRPr>
    </a:lvl1pPr>
    <a:lvl2pPr indent="228600" latinLnBrk="0">
      <a:defRPr sz="1200">
        <a:latin typeface="+mj-lt"/>
        <a:ea typeface="+mj-ea"/>
        <a:cs typeface="+mj-cs"/>
        <a:sym typeface="Bierstadt"/>
      </a:defRPr>
    </a:lvl2pPr>
    <a:lvl3pPr indent="457200" latinLnBrk="0">
      <a:defRPr sz="1200">
        <a:latin typeface="+mj-lt"/>
        <a:ea typeface="+mj-ea"/>
        <a:cs typeface="+mj-cs"/>
        <a:sym typeface="Bierstadt"/>
      </a:defRPr>
    </a:lvl3pPr>
    <a:lvl4pPr indent="685800" latinLnBrk="0">
      <a:defRPr sz="1200">
        <a:latin typeface="+mj-lt"/>
        <a:ea typeface="+mj-ea"/>
        <a:cs typeface="+mj-cs"/>
        <a:sym typeface="Bierstadt"/>
      </a:defRPr>
    </a:lvl4pPr>
    <a:lvl5pPr indent="914400" latinLnBrk="0">
      <a:defRPr sz="1200">
        <a:latin typeface="+mj-lt"/>
        <a:ea typeface="+mj-ea"/>
        <a:cs typeface="+mj-cs"/>
        <a:sym typeface="Bierstadt"/>
      </a:defRPr>
    </a:lvl5pPr>
    <a:lvl6pPr indent="1143000" latinLnBrk="0">
      <a:defRPr sz="1200">
        <a:latin typeface="+mj-lt"/>
        <a:ea typeface="+mj-ea"/>
        <a:cs typeface="+mj-cs"/>
        <a:sym typeface="Bierstadt"/>
      </a:defRPr>
    </a:lvl6pPr>
    <a:lvl7pPr indent="1371600" latinLnBrk="0">
      <a:defRPr sz="1200">
        <a:latin typeface="+mj-lt"/>
        <a:ea typeface="+mj-ea"/>
        <a:cs typeface="+mj-cs"/>
        <a:sym typeface="Bierstadt"/>
      </a:defRPr>
    </a:lvl7pPr>
    <a:lvl8pPr indent="1600200" latinLnBrk="0">
      <a:defRPr sz="1200">
        <a:latin typeface="+mj-lt"/>
        <a:ea typeface="+mj-ea"/>
        <a:cs typeface="+mj-cs"/>
        <a:sym typeface="Bierstadt"/>
      </a:defRPr>
    </a:lvl8pPr>
    <a:lvl9pPr indent="1828800" latinLnBrk="0">
      <a:defRPr sz="1200">
        <a:latin typeface="+mj-lt"/>
        <a:ea typeface="+mj-ea"/>
        <a:cs typeface="+mj-cs"/>
        <a:sym typeface="Bierstadt"/>
      </a:defRPr>
    </a:lvl9pPr>
  </p:notesStyle>
</p:notesMaster>
</file>

<file path=ppt/slideLayouts/_rels/slideLayout1.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itle" showMasterSp="1" showMasterPhAnim="1">
  <p:cSld name="Title Slide">
    <p:spTree>
      <p:nvGrpSpPr>
        <p:cNvPr id="1" name=""/>
        <p:cNvGrpSpPr/>
        <p:nvPr/>
      </p:nvGrpSpPr>
      <p:grpSpPr>
        <a:xfrm>
          <a:off x="0" y="0"/>
          <a:ext cx="0" cy="0"/>
          <a:chOff x="0" y="0"/>
          <a:chExt cx="0" cy="0"/>
        </a:xfrm>
      </p:grpSpPr>
      <p:sp>
        <p:nvSpPr>
          <p:cNvPr id="12" name="Freeform: Shape 6"/>
          <p:cNvSpPr/>
          <p:nvPr/>
        </p:nvSpPr>
        <p:spPr>
          <a:xfrm>
            <a:off x="517869" y="6209924"/>
            <a:ext cx="11155682" cy="45720"/>
          </a:xfrm>
          <a:prstGeom prst="rect">
            <a:avLst/>
          </a:prstGeom>
          <a:solidFill>
            <a:srgbClr val="000000"/>
          </a:solidFill>
          <a:ln w="12700">
            <a:miter lim="400000"/>
          </a:ln>
        </p:spPr>
        <p:txBody>
          <a:bodyPr lIns="45719" rIns="45719" anchor="ctr"/>
          <a:lstStyle/>
          <a:p>
            <a:pPr algn="ctr">
              <a:defRPr>
                <a:solidFill>
                  <a:srgbClr val="FFFFFF"/>
                </a:solidFill>
              </a:defRPr>
            </a:pPr>
          </a:p>
        </p:txBody>
      </p:sp>
      <p:sp>
        <p:nvSpPr>
          <p:cNvPr id="13" name="Title Text"/>
          <p:cNvSpPr txBox="1"/>
          <p:nvPr>
            <p:ph type="title"/>
          </p:nvPr>
        </p:nvSpPr>
        <p:spPr>
          <a:xfrm>
            <a:off x="521208" y="978408"/>
            <a:ext cx="11155681" cy="3429001"/>
          </a:xfrm>
          <a:prstGeom prst="rect">
            <a:avLst/>
          </a:prstGeom>
        </p:spPr>
        <p:txBody>
          <a:bodyPr/>
          <a:lstStyle>
            <a:lvl1pPr>
              <a:defRPr sz="7200"/>
            </a:lvl1pPr>
          </a:lstStyle>
          <a:p>
            <a:pPr/>
            <a:r>
              <a:t>Title Text</a:t>
            </a:r>
          </a:p>
        </p:txBody>
      </p:sp>
      <p:sp>
        <p:nvSpPr>
          <p:cNvPr id="14" name="Body Level One…"/>
          <p:cNvSpPr txBox="1"/>
          <p:nvPr>
            <p:ph type="body" sz="quarter" idx="1"/>
          </p:nvPr>
        </p:nvSpPr>
        <p:spPr>
          <a:xfrm>
            <a:off x="521208" y="4480559"/>
            <a:ext cx="7104889" cy="1399033"/>
          </a:xfrm>
          <a:prstGeom prst="rect">
            <a:avLst/>
          </a:prstGeom>
        </p:spPr>
        <p:txBody>
          <a:bodyPr anchor="b"/>
          <a:lstStyle>
            <a:lvl1pPr marL="0" indent="0">
              <a:buSzTx/>
              <a:buFontTx/>
              <a:buNone/>
              <a:defRPr i="1" sz="2200"/>
            </a:lvl1pPr>
            <a:lvl2pPr marL="0" indent="457200">
              <a:buSzTx/>
              <a:buFontTx/>
              <a:buNone/>
              <a:defRPr i="1" sz="2200"/>
            </a:lvl2pPr>
            <a:lvl3pPr marL="0" indent="914400">
              <a:buSzTx/>
              <a:buFontTx/>
              <a:buNone/>
              <a:defRPr i="1" sz="2200"/>
            </a:lvl3pPr>
            <a:lvl4pPr marL="0" indent="1371600">
              <a:buSzTx/>
              <a:buFontTx/>
              <a:buNone/>
              <a:defRPr i="1" sz="2200"/>
            </a:lvl4pPr>
            <a:lvl5pPr marL="0" indent="1828800">
              <a:buSzTx/>
              <a:buFontTx/>
              <a:buNone/>
              <a:defRPr i="1" sz="2200"/>
            </a:lvl5pPr>
          </a:lstStyle>
          <a:p>
            <a:pPr/>
            <a:r>
              <a:t>Body Level One</a:t>
            </a:r>
          </a:p>
          <a:p>
            <a:pPr lvl="1"/>
            <a:r>
              <a:t>Body Level Two</a:t>
            </a:r>
          </a:p>
          <a:p>
            <a:pPr lvl="2"/>
            <a:r>
              <a:t>Body Level Three</a:t>
            </a:r>
          </a:p>
          <a:p>
            <a:pPr lvl="3"/>
            <a:r>
              <a:t>Body Level Four</a:t>
            </a:r>
          </a:p>
          <a:p>
            <a:pPr lvl="4"/>
            <a:r>
              <a:t>Body Level Five</a:t>
            </a:r>
          </a:p>
        </p:txBody>
      </p:sp>
      <p:sp>
        <p:nvSpPr>
          <p:cNvPr id="15"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2.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Title and Content">
    <p:spTree>
      <p:nvGrpSpPr>
        <p:cNvPr id="1" name=""/>
        <p:cNvGrpSpPr/>
        <p:nvPr/>
      </p:nvGrpSpPr>
      <p:grpSpPr>
        <a:xfrm>
          <a:off x="0" y="0"/>
          <a:ext cx="0" cy="0"/>
          <a:chOff x="0" y="0"/>
          <a:chExt cx="0" cy="0"/>
        </a:xfrm>
      </p:grpSpPr>
      <p:sp>
        <p:nvSpPr>
          <p:cNvPr id="22" name="Title Text"/>
          <p:cNvSpPr txBox="1"/>
          <p:nvPr>
            <p:ph type="title"/>
          </p:nvPr>
        </p:nvSpPr>
        <p:spPr>
          <a:prstGeom prst="rect">
            <a:avLst/>
          </a:prstGeom>
        </p:spPr>
        <p:txBody>
          <a:bodyPr/>
          <a:lstStyle/>
          <a:p>
            <a:pPr/>
            <a:r>
              <a:t>Title Text</a:t>
            </a:r>
          </a:p>
        </p:txBody>
      </p:sp>
      <p:sp>
        <p:nvSpPr>
          <p:cNvPr id="23" name="Body Level One…"/>
          <p:cNvSpPr txBox="1"/>
          <p:nvPr>
            <p:ph type="body" idx="1"/>
          </p:nvPr>
        </p:nvSpPr>
        <p:spPr>
          <a:xfrm>
            <a:off x="521208" y="2578607"/>
            <a:ext cx="11155681" cy="3767330"/>
          </a:xfrm>
          <a:prstGeom prst="rect">
            <a:avLst/>
          </a:prstGeom>
        </p:spPr>
        <p:txBody>
          <a:bodyPr/>
          <a:lstStyle/>
          <a:p>
            <a:pPr/>
            <a:r>
              <a:t>Body Level One</a:t>
            </a:r>
          </a:p>
          <a:p>
            <a:pPr lvl="1"/>
            <a:r>
              <a:t>Body Level Two</a:t>
            </a:r>
          </a:p>
          <a:p>
            <a:pPr lvl="2"/>
            <a:r>
              <a:t>Body Level Three</a:t>
            </a:r>
          </a:p>
          <a:p>
            <a:pPr lvl="3"/>
            <a:r>
              <a:t>Body Level Four</a:t>
            </a:r>
          </a:p>
          <a:p>
            <a:pPr lvl="4"/>
            <a:r>
              <a:t>Body Level Five</a:t>
            </a:r>
          </a:p>
        </p:txBody>
      </p:sp>
      <p:sp>
        <p:nvSpPr>
          <p:cNvPr id="24"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3.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0" showMasterPhAnim="1">
  <p:cSld name="Section Header">
    <p:spTree>
      <p:nvGrpSpPr>
        <p:cNvPr id="1" name=""/>
        <p:cNvGrpSpPr/>
        <p:nvPr/>
      </p:nvGrpSpPr>
      <p:grpSpPr>
        <a:xfrm>
          <a:off x="0" y="0"/>
          <a:ext cx="0" cy="0"/>
          <a:chOff x="0" y="0"/>
          <a:chExt cx="0" cy="0"/>
        </a:xfrm>
      </p:grpSpPr>
      <p:sp>
        <p:nvSpPr>
          <p:cNvPr id="31" name="Title Text"/>
          <p:cNvSpPr txBox="1"/>
          <p:nvPr>
            <p:ph type="title"/>
          </p:nvPr>
        </p:nvSpPr>
        <p:spPr>
          <a:xfrm>
            <a:off x="521208" y="978408"/>
            <a:ext cx="5020056" cy="4288536"/>
          </a:xfrm>
          <a:prstGeom prst="rect">
            <a:avLst/>
          </a:prstGeom>
        </p:spPr>
        <p:txBody>
          <a:bodyPr/>
          <a:lstStyle>
            <a:lvl1pPr>
              <a:defRPr sz="5400"/>
            </a:lvl1pPr>
          </a:lstStyle>
          <a:p>
            <a:pPr/>
            <a:r>
              <a:t>Title Text</a:t>
            </a:r>
          </a:p>
        </p:txBody>
      </p:sp>
      <p:sp>
        <p:nvSpPr>
          <p:cNvPr id="32" name="Body Level One…"/>
          <p:cNvSpPr txBox="1"/>
          <p:nvPr>
            <p:ph type="body" sz="quarter" idx="1"/>
          </p:nvPr>
        </p:nvSpPr>
        <p:spPr>
          <a:xfrm>
            <a:off x="521208" y="5266944"/>
            <a:ext cx="5020056" cy="1088137"/>
          </a:xfrm>
          <a:prstGeom prst="rect">
            <a:avLst/>
          </a:prstGeom>
        </p:spPr>
        <p:txBody>
          <a:bodyPr anchor="b"/>
          <a:lstStyle>
            <a:lvl1pPr marL="0" indent="0">
              <a:buSzTx/>
              <a:buFontTx/>
              <a:buNone/>
              <a:defRPr i="1" sz="2200">
                <a:solidFill>
                  <a:srgbClr val="757575"/>
                </a:solidFill>
              </a:defRPr>
            </a:lvl1pPr>
            <a:lvl2pPr marL="0" indent="457200">
              <a:buSzTx/>
              <a:buFontTx/>
              <a:buNone/>
              <a:defRPr i="1" sz="2200">
                <a:solidFill>
                  <a:srgbClr val="757575"/>
                </a:solidFill>
              </a:defRPr>
            </a:lvl2pPr>
            <a:lvl3pPr marL="0" indent="914400">
              <a:buSzTx/>
              <a:buFontTx/>
              <a:buNone/>
              <a:defRPr i="1" sz="2200">
                <a:solidFill>
                  <a:srgbClr val="757575"/>
                </a:solidFill>
              </a:defRPr>
            </a:lvl3pPr>
            <a:lvl4pPr marL="0" indent="1371600">
              <a:buSzTx/>
              <a:buFontTx/>
              <a:buNone/>
              <a:defRPr i="1" sz="2200">
                <a:solidFill>
                  <a:srgbClr val="757575"/>
                </a:solidFill>
              </a:defRPr>
            </a:lvl4pPr>
            <a:lvl5pPr marL="0" indent="1828800">
              <a:buSzTx/>
              <a:buFontTx/>
              <a:buNone/>
              <a:defRPr i="1" sz="2200">
                <a:solidFill>
                  <a:srgbClr val="757575"/>
                </a:solidFill>
              </a:defRPr>
            </a:lvl5pPr>
          </a:lstStyle>
          <a:p>
            <a:pPr/>
            <a:r>
              <a:t>Body Level One</a:t>
            </a:r>
          </a:p>
          <a:p>
            <a:pPr lvl="1"/>
            <a:r>
              <a:t>Body Level Two</a:t>
            </a:r>
          </a:p>
          <a:p>
            <a:pPr lvl="2"/>
            <a:r>
              <a:t>Body Level Three</a:t>
            </a:r>
          </a:p>
          <a:p>
            <a:pPr lvl="3"/>
            <a:r>
              <a:t>Body Level Four</a:t>
            </a:r>
          </a:p>
          <a:p>
            <a:pPr lvl="4"/>
            <a:r>
              <a:t>Body Level Five</a:t>
            </a:r>
          </a:p>
        </p:txBody>
      </p:sp>
      <p:sp>
        <p:nvSpPr>
          <p:cNvPr id="33" name="Rectangle 6"/>
          <p:cNvSpPr/>
          <p:nvPr/>
        </p:nvSpPr>
        <p:spPr>
          <a:xfrm>
            <a:off x="517869" y="508090"/>
            <a:ext cx="5021185" cy="149280"/>
          </a:xfrm>
          <a:prstGeom prst="rect">
            <a:avLst/>
          </a:prstGeom>
          <a:solidFill>
            <a:srgbClr val="000000"/>
          </a:solidFill>
          <a:ln w="12700">
            <a:miter lim="400000"/>
          </a:ln>
        </p:spPr>
        <p:txBody>
          <a:bodyPr lIns="45719" rIns="45719" anchor="ctr"/>
          <a:lstStyle/>
          <a:p>
            <a:pPr algn="ctr">
              <a:defRPr>
                <a:solidFill>
                  <a:srgbClr val="FFFFFF"/>
                </a:solidFill>
              </a:defRPr>
            </a:pPr>
          </a:p>
        </p:txBody>
      </p:sp>
      <p:sp>
        <p:nvSpPr>
          <p:cNvPr id="34"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4.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Two Content">
    <p:spTree>
      <p:nvGrpSpPr>
        <p:cNvPr id="1" name=""/>
        <p:cNvGrpSpPr/>
        <p:nvPr/>
      </p:nvGrpSpPr>
      <p:grpSpPr>
        <a:xfrm>
          <a:off x="0" y="0"/>
          <a:ext cx="0" cy="0"/>
          <a:chOff x="0" y="0"/>
          <a:chExt cx="0" cy="0"/>
        </a:xfrm>
      </p:grpSpPr>
      <p:sp>
        <p:nvSpPr>
          <p:cNvPr id="41" name="Title Text"/>
          <p:cNvSpPr txBox="1"/>
          <p:nvPr>
            <p:ph type="title"/>
          </p:nvPr>
        </p:nvSpPr>
        <p:spPr>
          <a:prstGeom prst="rect">
            <a:avLst/>
          </a:prstGeom>
        </p:spPr>
        <p:txBody>
          <a:bodyPr/>
          <a:lstStyle/>
          <a:p>
            <a:pPr/>
            <a:r>
              <a:t>Title Text</a:t>
            </a:r>
          </a:p>
        </p:txBody>
      </p:sp>
      <p:sp>
        <p:nvSpPr>
          <p:cNvPr id="42" name="Body Level One…"/>
          <p:cNvSpPr txBox="1"/>
          <p:nvPr>
            <p:ph type="body" sz="half" idx="1"/>
          </p:nvPr>
        </p:nvSpPr>
        <p:spPr>
          <a:xfrm>
            <a:off x="521208" y="2578607"/>
            <a:ext cx="5166360" cy="3767330"/>
          </a:xfrm>
          <a:prstGeom prst="rect">
            <a:avLst/>
          </a:prstGeom>
        </p:spPr>
        <p:txBody>
          <a:bodyPr/>
          <a:lstStyle/>
          <a:p>
            <a:pPr/>
            <a:r>
              <a:t>Body Level One</a:t>
            </a:r>
          </a:p>
          <a:p>
            <a:pPr lvl="1"/>
            <a:r>
              <a:t>Body Level Two</a:t>
            </a:r>
          </a:p>
          <a:p>
            <a:pPr lvl="2"/>
            <a:r>
              <a:t>Body Level Three</a:t>
            </a:r>
          </a:p>
          <a:p>
            <a:pPr lvl="3"/>
            <a:r>
              <a:t>Body Level Four</a:t>
            </a:r>
          </a:p>
          <a:p>
            <a:pPr lvl="4"/>
            <a:r>
              <a:t>Body Level Five</a:t>
            </a:r>
          </a:p>
        </p:txBody>
      </p:sp>
      <p:sp>
        <p:nvSpPr>
          <p:cNvPr id="43"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5.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Comparison">
    <p:spTree>
      <p:nvGrpSpPr>
        <p:cNvPr id="1" name=""/>
        <p:cNvGrpSpPr/>
        <p:nvPr/>
      </p:nvGrpSpPr>
      <p:grpSpPr>
        <a:xfrm>
          <a:off x="0" y="0"/>
          <a:ext cx="0" cy="0"/>
          <a:chOff x="0" y="0"/>
          <a:chExt cx="0" cy="0"/>
        </a:xfrm>
      </p:grpSpPr>
      <p:sp>
        <p:nvSpPr>
          <p:cNvPr id="50" name="Title Text"/>
          <p:cNvSpPr txBox="1"/>
          <p:nvPr>
            <p:ph type="title"/>
          </p:nvPr>
        </p:nvSpPr>
        <p:spPr>
          <a:xfrm>
            <a:off x="521208" y="978408"/>
            <a:ext cx="11164824" cy="1216153"/>
          </a:xfrm>
          <a:prstGeom prst="rect">
            <a:avLst/>
          </a:prstGeom>
        </p:spPr>
        <p:txBody>
          <a:bodyPr/>
          <a:lstStyle/>
          <a:p>
            <a:pPr/>
            <a:r>
              <a:t>Title Text</a:t>
            </a:r>
          </a:p>
        </p:txBody>
      </p:sp>
      <p:sp>
        <p:nvSpPr>
          <p:cNvPr id="51" name="Body Level One…"/>
          <p:cNvSpPr txBox="1"/>
          <p:nvPr>
            <p:ph type="body" sz="quarter" idx="1"/>
          </p:nvPr>
        </p:nvSpPr>
        <p:spPr>
          <a:xfrm>
            <a:off x="521208" y="2340864"/>
            <a:ext cx="5166360" cy="658369"/>
          </a:xfrm>
          <a:prstGeom prst="rect">
            <a:avLst/>
          </a:prstGeom>
        </p:spPr>
        <p:txBody>
          <a:bodyPr anchor="b"/>
          <a:lstStyle>
            <a:lvl1pPr marL="0" indent="0">
              <a:buSzTx/>
              <a:buFontTx/>
              <a:buNone/>
              <a:defRPr i="1" sz="2200"/>
            </a:lvl1pPr>
            <a:lvl2pPr marL="0" indent="457200">
              <a:buSzTx/>
              <a:buFontTx/>
              <a:buNone/>
              <a:defRPr i="1" sz="2200"/>
            </a:lvl2pPr>
            <a:lvl3pPr marL="0" indent="914400">
              <a:buSzTx/>
              <a:buFontTx/>
              <a:buNone/>
              <a:defRPr i="1" sz="2200"/>
            </a:lvl3pPr>
            <a:lvl4pPr marL="0" indent="1371600">
              <a:buSzTx/>
              <a:buFontTx/>
              <a:buNone/>
              <a:defRPr i="1" sz="2200"/>
            </a:lvl4pPr>
            <a:lvl5pPr marL="0" indent="1828800">
              <a:buSzTx/>
              <a:buFontTx/>
              <a:buNone/>
              <a:defRPr i="1" sz="2200"/>
            </a:lvl5pPr>
          </a:lstStyle>
          <a:p>
            <a:pPr/>
            <a:r>
              <a:t>Body Level One</a:t>
            </a:r>
          </a:p>
          <a:p>
            <a:pPr lvl="1"/>
            <a:r>
              <a:t>Body Level Two</a:t>
            </a:r>
          </a:p>
          <a:p>
            <a:pPr lvl="2"/>
            <a:r>
              <a:t>Body Level Three</a:t>
            </a:r>
          </a:p>
          <a:p>
            <a:pPr lvl="3"/>
            <a:r>
              <a:t>Body Level Four</a:t>
            </a:r>
          </a:p>
          <a:p>
            <a:pPr lvl="4"/>
            <a:r>
              <a:t>Body Level Five</a:t>
            </a:r>
          </a:p>
        </p:txBody>
      </p:sp>
      <p:sp>
        <p:nvSpPr>
          <p:cNvPr id="52" name="Text Placeholder 4"/>
          <p:cNvSpPr/>
          <p:nvPr>
            <p:ph type="body" sz="quarter" idx="21"/>
          </p:nvPr>
        </p:nvSpPr>
        <p:spPr>
          <a:xfrm>
            <a:off x="6519671" y="2340864"/>
            <a:ext cx="5166362" cy="658369"/>
          </a:xfrm>
          <a:prstGeom prst="rect">
            <a:avLst/>
          </a:prstGeom>
        </p:spPr>
        <p:txBody>
          <a:bodyPr anchor="b"/>
          <a:lstStyle/>
          <a:p>
            <a:pPr marL="0" indent="0">
              <a:buSzTx/>
              <a:buFontTx/>
              <a:buNone/>
              <a:defRPr i="1" sz="2200"/>
            </a:pPr>
          </a:p>
        </p:txBody>
      </p:sp>
      <p:sp>
        <p:nvSpPr>
          <p:cNvPr id="53"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6.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Title Only">
    <p:spTree>
      <p:nvGrpSpPr>
        <p:cNvPr id="1" name=""/>
        <p:cNvGrpSpPr/>
        <p:nvPr/>
      </p:nvGrpSpPr>
      <p:grpSpPr>
        <a:xfrm>
          <a:off x="0" y="0"/>
          <a:ext cx="0" cy="0"/>
          <a:chOff x="0" y="0"/>
          <a:chExt cx="0" cy="0"/>
        </a:xfrm>
      </p:grpSpPr>
      <p:sp>
        <p:nvSpPr>
          <p:cNvPr id="60" name="Title Text"/>
          <p:cNvSpPr txBox="1"/>
          <p:nvPr>
            <p:ph type="title"/>
          </p:nvPr>
        </p:nvSpPr>
        <p:spPr>
          <a:prstGeom prst="rect">
            <a:avLst/>
          </a:prstGeom>
        </p:spPr>
        <p:txBody>
          <a:bodyPr/>
          <a:lstStyle/>
          <a:p>
            <a:pPr/>
            <a:r>
              <a:t>Title Text</a:t>
            </a:r>
          </a:p>
        </p:txBody>
      </p:sp>
      <p:sp>
        <p:nvSpPr>
          <p:cNvPr id="61"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7.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0" showMasterPhAnim="1">
  <p:cSld name="Blank">
    <p:spTree>
      <p:nvGrpSpPr>
        <p:cNvPr id="1" name=""/>
        <p:cNvGrpSpPr/>
        <p:nvPr/>
      </p:nvGrpSpPr>
      <p:grpSpPr>
        <a:xfrm>
          <a:off x="0" y="0"/>
          <a:ext cx="0" cy="0"/>
          <a:chOff x="0" y="0"/>
          <a:chExt cx="0" cy="0"/>
        </a:xfrm>
      </p:grpSpPr>
      <p:sp>
        <p:nvSpPr>
          <p:cNvPr id="68"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8.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Content with Caption">
    <p:spTree>
      <p:nvGrpSpPr>
        <p:cNvPr id="1" name=""/>
        <p:cNvGrpSpPr/>
        <p:nvPr/>
      </p:nvGrpSpPr>
      <p:grpSpPr>
        <a:xfrm>
          <a:off x="0" y="0"/>
          <a:ext cx="0" cy="0"/>
          <a:chOff x="0" y="0"/>
          <a:chExt cx="0" cy="0"/>
        </a:xfrm>
      </p:grpSpPr>
      <p:sp>
        <p:nvSpPr>
          <p:cNvPr id="75" name="Title Text"/>
          <p:cNvSpPr txBox="1"/>
          <p:nvPr>
            <p:ph type="title"/>
          </p:nvPr>
        </p:nvSpPr>
        <p:spPr>
          <a:xfrm>
            <a:off x="521208" y="978408"/>
            <a:ext cx="5020056" cy="2459736"/>
          </a:xfrm>
          <a:prstGeom prst="rect">
            <a:avLst/>
          </a:prstGeom>
        </p:spPr>
        <p:txBody>
          <a:bodyPr/>
          <a:lstStyle/>
          <a:p>
            <a:pPr/>
            <a:r>
              <a:t>Title Text</a:t>
            </a:r>
          </a:p>
        </p:txBody>
      </p:sp>
      <p:sp>
        <p:nvSpPr>
          <p:cNvPr id="76" name="Body Level One…"/>
          <p:cNvSpPr txBox="1"/>
          <p:nvPr>
            <p:ph type="body" sz="half" idx="1"/>
          </p:nvPr>
        </p:nvSpPr>
        <p:spPr>
          <a:xfrm>
            <a:off x="6519671" y="987424"/>
            <a:ext cx="5166361" cy="5358385"/>
          </a:xfrm>
          <a:prstGeom prst="rect">
            <a:avLst/>
          </a:prstGeom>
        </p:spPr>
        <p:txBody>
          <a:bodyPr/>
          <a:lstStyle>
            <a:lvl1pPr>
              <a:defRPr sz="2000"/>
            </a:lvl1pPr>
            <a:lvl2pPr marL="711200" indent="-254000">
              <a:defRPr sz="2000"/>
            </a:lvl2pPr>
            <a:lvl3pPr marL="1200150" indent="-285750">
              <a:defRPr sz="2000"/>
            </a:lvl3pPr>
            <a:lvl4pPr marL="1698171" indent="-326571">
              <a:defRPr sz="2000"/>
            </a:lvl4pPr>
            <a:lvl5pPr marL="2155371" indent="-326571">
              <a:defRPr sz="2000"/>
            </a:lvl5pPr>
          </a:lstStyle>
          <a:p>
            <a:pPr/>
            <a:r>
              <a:t>Body Level One</a:t>
            </a:r>
          </a:p>
          <a:p>
            <a:pPr lvl="1"/>
            <a:r>
              <a:t>Body Level Two</a:t>
            </a:r>
          </a:p>
          <a:p>
            <a:pPr lvl="2"/>
            <a:r>
              <a:t>Body Level Three</a:t>
            </a:r>
          </a:p>
          <a:p>
            <a:pPr lvl="3"/>
            <a:r>
              <a:t>Body Level Four</a:t>
            </a:r>
          </a:p>
          <a:p>
            <a:pPr lvl="4"/>
            <a:r>
              <a:t>Body Level Five</a:t>
            </a:r>
          </a:p>
        </p:txBody>
      </p:sp>
      <p:sp>
        <p:nvSpPr>
          <p:cNvPr id="77" name="Text Placeholder 3"/>
          <p:cNvSpPr/>
          <p:nvPr>
            <p:ph type="body" sz="quarter" idx="21"/>
          </p:nvPr>
        </p:nvSpPr>
        <p:spPr>
          <a:xfrm>
            <a:off x="521208" y="3575303"/>
            <a:ext cx="5020056" cy="2770633"/>
          </a:xfrm>
          <a:prstGeom prst="rect">
            <a:avLst/>
          </a:prstGeom>
        </p:spPr>
        <p:txBody>
          <a:bodyPr/>
          <a:lstStyle/>
          <a:p>
            <a:pPr marL="0" indent="0">
              <a:buSzTx/>
              <a:buFontTx/>
              <a:buNone/>
              <a:defRPr i="1" sz="2200"/>
            </a:pPr>
          </a:p>
        </p:txBody>
      </p:sp>
      <p:sp>
        <p:nvSpPr>
          <p:cNvPr id="78"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9.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Picture with Caption">
    <p:spTree>
      <p:nvGrpSpPr>
        <p:cNvPr id="1" name=""/>
        <p:cNvGrpSpPr/>
        <p:nvPr/>
      </p:nvGrpSpPr>
      <p:grpSpPr>
        <a:xfrm>
          <a:off x="0" y="0"/>
          <a:ext cx="0" cy="0"/>
          <a:chOff x="0" y="0"/>
          <a:chExt cx="0" cy="0"/>
        </a:xfrm>
      </p:grpSpPr>
      <p:sp>
        <p:nvSpPr>
          <p:cNvPr id="85" name="Title Text"/>
          <p:cNvSpPr txBox="1"/>
          <p:nvPr>
            <p:ph type="title"/>
          </p:nvPr>
        </p:nvSpPr>
        <p:spPr>
          <a:xfrm>
            <a:off x="521208" y="978408"/>
            <a:ext cx="5020056" cy="2459736"/>
          </a:xfrm>
          <a:prstGeom prst="rect">
            <a:avLst/>
          </a:prstGeom>
        </p:spPr>
        <p:txBody>
          <a:bodyPr/>
          <a:lstStyle/>
          <a:p>
            <a:pPr/>
            <a:r>
              <a:t>Title Text</a:t>
            </a:r>
          </a:p>
        </p:txBody>
      </p:sp>
      <p:sp>
        <p:nvSpPr>
          <p:cNvPr id="86" name="Picture Placeholder 2"/>
          <p:cNvSpPr/>
          <p:nvPr>
            <p:ph type="pic" sz="half" idx="21"/>
          </p:nvPr>
        </p:nvSpPr>
        <p:spPr>
          <a:xfrm>
            <a:off x="6519671" y="987424"/>
            <a:ext cx="5166361" cy="5358385"/>
          </a:xfrm>
          <a:prstGeom prst="rect">
            <a:avLst/>
          </a:prstGeom>
        </p:spPr>
        <p:txBody>
          <a:bodyPr lIns="91439" rIns="91439">
            <a:noAutofit/>
          </a:bodyPr>
          <a:lstStyle/>
          <a:p>
            <a:pPr/>
          </a:p>
        </p:txBody>
      </p:sp>
      <p:sp>
        <p:nvSpPr>
          <p:cNvPr id="87" name="Body Level One…"/>
          <p:cNvSpPr txBox="1"/>
          <p:nvPr>
            <p:ph type="body" sz="quarter" idx="1"/>
          </p:nvPr>
        </p:nvSpPr>
        <p:spPr>
          <a:xfrm>
            <a:off x="521208" y="3575303"/>
            <a:ext cx="5020056" cy="2770633"/>
          </a:xfrm>
          <a:prstGeom prst="rect">
            <a:avLst/>
          </a:prstGeom>
        </p:spPr>
        <p:txBody>
          <a:bodyPr/>
          <a:lstStyle>
            <a:lvl1pPr marL="0" indent="0">
              <a:buSzTx/>
              <a:buFontTx/>
              <a:buNone/>
              <a:defRPr i="1" sz="2200"/>
            </a:lvl1pPr>
            <a:lvl2pPr marL="0" indent="457200">
              <a:buSzTx/>
              <a:buFontTx/>
              <a:buNone/>
              <a:defRPr i="1" sz="2200"/>
            </a:lvl2pPr>
            <a:lvl3pPr marL="0" indent="914400">
              <a:buSzTx/>
              <a:buFontTx/>
              <a:buNone/>
              <a:defRPr i="1" sz="2200"/>
            </a:lvl3pPr>
            <a:lvl4pPr marL="0" indent="1371600">
              <a:buSzTx/>
              <a:buFontTx/>
              <a:buNone/>
              <a:defRPr i="1" sz="2200"/>
            </a:lvl4pPr>
            <a:lvl5pPr marL="0" indent="1828800">
              <a:buSzTx/>
              <a:buFontTx/>
              <a:buNone/>
              <a:defRPr i="1" sz="2200"/>
            </a:lvl5pPr>
          </a:lstStyle>
          <a:p>
            <a:pPr/>
            <a:r>
              <a:t>Body Level One</a:t>
            </a:r>
          </a:p>
          <a:p>
            <a:pPr lvl="1"/>
            <a:r>
              <a:t>Body Level Two</a:t>
            </a:r>
          </a:p>
          <a:p>
            <a:pPr lvl="2"/>
            <a:r>
              <a:t>Body Level Three</a:t>
            </a:r>
          </a:p>
          <a:p>
            <a:pPr lvl="3"/>
            <a:r>
              <a:t>Body Level Four</a:t>
            </a:r>
          </a:p>
          <a:p>
            <a:pPr lvl="4"/>
            <a:r>
              <a:t>Body Level Five</a:t>
            </a:r>
          </a:p>
        </p:txBody>
      </p:sp>
      <p:sp>
        <p:nvSpPr>
          <p:cNvPr id="88"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Masters/_rels/slideMaster1.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slideLayout" Target="../slideLayouts/slideLayout1.xml"/><Relationship Id="rId3" Type="http://schemas.openxmlformats.org/officeDocument/2006/relationships/slideLayout" Target="../slideLayouts/slideLayout2.xml"/><Relationship Id="rId4" Type="http://schemas.openxmlformats.org/officeDocument/2006/relationships/slideLayout" Target="../slideLayouts/slideLayout3.xml"/><Relationship Id="rId5" Type="http://schemas.openxmlformats.org/officeDocument/2006/relationships/slideLayout" Target="../slideLayouts/slideLayout4.xml"/><Relationship Id="rId6" Type="http://schemas.openxmlformats.org/officeDocument/2006/relationships/slideLayout" Target="../slideLayouts/slideLayout5.xml"/><Relationship Id="rId7" Type="http://schemas.openxmlformats.org/officeDocument/2006/relationships/slideLayout" Target="../slideLayouts/slideLayout6.xml"/><Relationship Id="rId8" Type="http://schemas.openxmlformats.org/officeDocument/2006/relationships/slideLayout" Target="../slideLayouts/slideLayout7.xml"/><Relationship Id="rId9" Type="http://schemas.openxmlformats.org/officeDocument/2006/relationships/slideLayout" Target="../slideLayouts/slideLayout8.xml"/><Relationship Id="rId10"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p:cSld>
    <p:bg>
      <p:bgPr>
        <a:solidFill>
          <a:srgbClr val="FFFFFF"/>
        </a:solidFill>
      </p:bgPr>
    </p:bg>
    <p:spTree>
      <p:nvGrpSpPr>
        <p:cNvPr id="1" name=""/>
        <p:cNvGrpSpPr/>
        <p:nvPr/>
      </p:nvGrpSpPr>
      <p:grpSpPr>
        <a:xfrm>
          <a:off x="0" y="0"/>
          <a:ext cx="0" cy="0"/>
          <a:chOff x="0" y="0"/>
          <a:chExt cx="0" cy="0"/>
        </a:xfrm>
      </p:grpSpPr>
      <p:sp>
        <p:nvSpPr>
          <p:cNvPr id="2" name="Freeform: Shape 6"/>
          <p:cNvSpPr/>
          <p:nvPr/>
        </p:nvSpPr>
        <p:spPr>
          <a:xfrm>
            <a:off x="517869" y="508090"/>
            <a:ext cx="11153215" cy="149280"/>
          </a:xfrm>
          <a:prstGeom prst="rect">
            <a:avLst/>
          </a:prstGeom>
          <a:solidFill>
            <a:srgbClr val="000000"/>
          </a:solidFill>
          <a:ln w="12700">
            <a:miter lim="400000"/>
          </a:ln>
        </p:spPr>
        <p:txBody>
          <a:bodyPr lIns="45719" rIns="45719" anchor="ctr"/>
          <a:lstStyle/>
          <a:p>
            <a:pPr algn="ctr">
              <a:defRPr>
                <a:solidFill>
                  <a:srgbClr val="FFFFFF"/>
                </a:solidFill>
              </a:defRPr>
            </a:pPr>
          </a:p>
        </p:txBody>
      </p:sp>
      <p:sp>
        <p:nvSpPr>
          <p:cNvPr id="3" name="Title Text"/>
          <p:cNvSpPr txBox="1"/>
          <p:nvPr>
            <p:ph type="title"/>
          </p:nvPr>
        </p:nvSpPr>
        <p:spPr>
          <a:xfrm>
            <a:off x="521208" y="978408"/>
            <a:ext cx="11155681" cy="1463040"/>
          </a:xfrm>
          <a:prstGeom prst="rect">
            <a:avLst/>
          </a:prstGeom>
          <a:ln w="12700">
            <a:miter lim="400000"/>
          </a:ln>
          <a:extLst>
            <a:ext uri="{C572A759-6A51-4108-AA02-DFA0A04FC94B}">
              <ma14:wrappingTextBoxFlag xmlns:ma14="http://schemas.microsoft.com/office/mac/drawingml/2011/main" val="1"/>
            </a:ext>
          </a:extLst>
        </p:spPr>
        <p:txBody>
          <a:bodyPr lIns="45719" rIns="45719">
            <a:normAutofit fontScale="100000" lnSpcReduction="0"/>
          </a:bodyPr>
          <a:lstStyle/>
          <a:p>
            <a:pPr/>
            <a:r>
              <a:t>Title Text</a:t>
            </a:r>
          </a:p>
        </p:txBody>
      </p:sp>
      <p:sp>
        <p:nvSpPr>
          <p:cNvPr id="4" name="Body Level One…"/>
          <p:cNvSpPr txBox="1"/>
          <p:nvPr>
            <p:ph type="body" idx="1"/>
          </p:nvPr>
        </p:nvSpPr>
        <p:spPr>
          <a:xfrm>
            <a:off x="609600" y="1600200"/>
            <a:ext cx="10972800" cy="4525963"/>
          </a:xfrm>
          <a:prstGeom prst="rect">
            <a:avLst/>
          </a:prstGeom>
          <a:ln w="12700">
            <a:miter lim="400000"/>
          </a:ln>
          <a:extLst>
            <a:ext uri="{C572A759-6A51-4108-AA02-DFA0A04FC94B}">
              <ma14:wrappingTextBoxFlag xmlns:ma14="http://schemas.microsoft.com/office/mac/drawingml/2011/main" val="1"/>
            </a:ext>
          </a:extLst>
        </p:spPr>
        <p:txBody>
          <a:bodyPr lIns="45719" rIns="45719">
            <a:normAutofit fontScale="100000" lnSpcReduction="0"/>
          </a:bodyPr>
          <a:lstStyle/>
          <a:p>
            <a:pPr/>
            <a:r>
              <a:t>Body Level One</a:t>
            </a:r>
          </a:p>
          <a:p>
            <a:pPr lvl="1"/>
            <a:r>
              <a:t>Body Level Two</a:t>
            </a:r>
          </a:p>
          <a:p>
            <a:pPr lvl="2"/>
            <a:r>
              <a:t>Body Level Three</a:t>
            </a:r>
          </a:p>
          <a:p>
            <a:pPr lvl="3"/>
            <a:r>
              <a:t>Body Level Four</a:t>
            </a:r>
          </a:p>
          <a:p>
            <a:pPr lvl="4"/>
            <a:r>
              <a:t>Body Level Five</a:t>
            </a:r>
          </a:p>
        </p:txBody>
      </p:sp>
      <p:sp>
        <p:nvSpPr>
          <p:cNvPr id="5" name="Slide Number"/>
          <p:cNvSpPr txBox="1"/>
          <p:nvPr>
            <p:ph type="sldNum" sz="quarter" idx="2"/>
          </p:nvPr>
        </p:nvSpPr>
        <p:spPr>
          <a:xfrm>
            <a:off x="11866235" y="6486080"/>
            <a:ext cx="231277" cy="231141"/>
          </a:xfrm>
          <a:prstGeom prst="rect">
            <a:avLst/>
          </a:prstGeom>
          <a:ln w="12700">
            <a:miter lim="400000"/>
          </a:ln>
        </p:spPr>
        <p:txBody>
          <a:bodyPr wrap="none" lIns="45719" rIns="45719" anchor="ctr">
            <a:spAutoFit/>
          </a:bodyPr>
          <a:lstStyle>
            <a:lvl1pPr algn="r">
              <a:defRPr sz="900"/>
            </a:lvl1pPr>
          </a:lstStyle>
          <a:p>
            <a:pPr/>
            <a:fld id="{86CB4B4D-7CA3-9044-876B-883B54F8677D}" type="slidenum"/>
          </a:p>
        </p:txBody>
      </p:sp>
    </p:spTree>
  </p:cSld>
  <p:clrMap bg1="lt1" tx1="dk1" bg2="lt2" tx2="dk2" accent1="accent1" accent2="accent2" accent3="accent3" accent4="accent4" accent5="accent5" accent6="accent6" hlink="hlink" folHlink="folHlink"/>
  <p:sldLayoutIdLst>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Lst>
  <p:transition xmlns:p14="http://schemas.microsoft.com/office/powerpoint/2010/main" spd="med" advClick="1"/>
  <p:txStyles>
    <p:titleStyle>
      <a:lvl1pPr marL="0" marR="0" indent="0" algn="l" defTabSz="914400" rtl="0" latinLnBrk="0">
        <a:lnSpc>
          <a:spcPct val="100000"/>
        </a:lnSpc>
        <a:spcBef>
          <a:spcPts val="0"/>
        </a:spcBef>
        <a:spcAft>
          <a:spcPts val="0"/>
        </a:spcAft>
        <a:buClrTx/>
        <a:buSzTx/>
        <a:buFontTx/>
        <a:buNone/>
        <a:tabLst/>
        <a:defRPr b="1" baseline="0" cap="none" i="0" spc="0" strike="noStrike" sz="4400" u="none">
          <a:solidFill>
            <a:srgbClr val="000000"/>
          </a:solidFill>
          <a:uFillTx/>
          <a:latin typeface="+mj-lt"/>
          <a:ea typeface="+mj-ea"/>
          <a:cs typeface="+mj-cs"/>
          <a:sym typeface="Bierstadt"/>
        </a:defRPr>
      </a:lvl1pPr>
      <a:lvl2pPr marL="0" marR="0" indent="0" algn="l" defTabSz="914400" rtl="0" latinLnBrk="0">
        <a:lnSpc>
          <a:spcPct val="100000"/>
        </a:lnSpc>
        <a:spcBef>
          <a:spcPts val="0"/>
        </a:spcBef>
        <a:spcAft>
          <a:spcPts val="0"/>
        </a:spcAft>
        <a:buClrTx/>
        <a:buSzTx/>
        <a:buFontTx/>
        <a:buNone/>
        <a:tabLst/>
        <a:defRPr b="1" baseline="0" cap="none" i="0" spc="0" strike="noStrike" sz="4400" u="none">
          <a:solidFill>
            <a:srgbClr val="000000"/>
          </a:solidFill>
          <a:uFillTx/>
          <a:latin typeface="+mj-lt"/>
          <a:ea typeface="+mj-ea"/>
          <a:cs typeface="+mj-cs"/>
          <a:sym typeface="Bierstadt"/>
        </a:defRPr>
      </a:lvl2pPr>
      <a:lvl3pPr marL="0" marR="0" indent="0" algn="l" defTabSz="914400" rtl="0" latinLnBrk="0">
        <a:lnSpc>
          <a:spcPct val="100000"/>
        </a:lnSpc>
        <a:spcBef>
          <a:spcPts val="0"/>
        </a:spcBef>
        <a:spcAft>
          <a:spcPts val="0"/>
        </a:spcAft>
        <a:buClrTx/>
        <a:buSzTx/>
        <a:buFontTx/>
        <a:buNone/>
        <a:tabLst/>
        <a:defRPr b="1" baseline="0" cap="none" i="0" spc="0" strike="noStrike" sz="4400" u="none">
          <a:solidFill>
            <a:srgbClr val="000000"/>
          </a:solidFill>
          <a:uFillTx/>
          <a:latin typeface="+mj-lt"/>
          <a:ea typeface="+mj-ea"/>
          <a:cs typeface="+mj-cs"/>
          <a:sym typeface="Bierstadt"/>
        </a:defRPr>
      </a:lvl3pPr>
      <a:lvl4pPr marL="0" marR="0" indent="0" algn="l" defTabSz="914400" rtl="0" latinLnBrk="0">
        <a:lnSpc>
          <a:spcPct val="100000"/>
        </a:lnSpc>
        <a:spcBef>
          <a:spcPts val="0"/>
        </a:spcBef>
        <a:spcAft>
          <a:spcPts val="0"/>
        </a:spcAft>
        <a:buClrTx/>
        <a:buSzTx/>
        <a:buFontTx/>
        <a:buNone/>
        <a:tabLst/>
        <a:defRPr b="1" baseline="0" cap="none" i="0" spc="0" strike="noStrike" sz="4400" u="none">
          <a:solidFill>
            <a:srgbClr val="000000"/>
          </a:solidFill>
          <a:uFillTx/>
          <a:latin typeface="+mj-lt"/>
          <a:ea typeface="+mj-ea"/>
          <a:cs typeface="+mj-cs"/>
          <a:sym typeface="Bierstadt"/>
        </a:defRPr>
      </a:lvl4pPr>
      <a:lvl5pPr marL="0" marR="0" indent="0" algn="l" defTabSz="914400" rtl="0" latinLnBrk="0">
        <a:lnSpc>
          <a:spcPct val="100000"/>
        </a:lnSpc>
        <a:spcBef>
          <a:spcPts val="0"/>
        </a:spcBef>
        <a:spcAft>
          <a:spcPts val="0"/>
        </a:spcAft>
        <a:buClrTx/>
        <a:buSzTx/>
        <a:buFontTx/>
        <a:buNone/>
        <a:tabLst/>
        <a:defRPr b="1" baseline="0" cap="none" i="0" spc="0" strike="noStrike" sz="4400" u="none">
          <a:solidFill>
            <a:srgbClr val="000000"/>
          </a:solidFill>
          <a:uFillTx/>
          <a:latin typeface="+mj-lt"/>
          <a:ea typeface="+mj-ea"/>
          <a:cs typeface="+mj-cs"/>
          <a:sym typeface="Bierstadt"/>
        </a:defRPr>
      </a:lvl5pPr>
      <a:lvl6pPr marL="0" marR="0" indent="0" algn="l" defTabSz="914400" rtl="0" latinLnBrk="0">
        <a:lnSpc>
          <a:spcPct val="100000"/>
        </a:lnSpc>
        <a:spcBef>
          <a:spcPts val="0"/>
        </a:spcBef>
        <a:spcAft>
          <a:spcPts val="0"/>
        </a:spcAft>
        <a:buClrTx/>
        <a:buSzTx/>
        <a:buFontTx/>
        <a:buNone/>
        <a:tabLst/>
        <a:defRPr b="1" baseline="0" cap="none" i="0" spc="0" strike="noStrike" sz="4400" u="none">
          <a:solidFill>
            <a:srgbClr val="000000"/>
          </a:solidFill>
          <a:uFillTx/>
          <a:latin typeface="+mj-lt"/>
          <a:ea typeface="+mj-ea"/>
          <a:cs typeface="+mj-cs"/>
          <a:sym typeface="Bierstadt"/>
        </a:defRPr>
      </a:lvl6pPr>
      <a:lvl7pPr marL="0" marR="0" indent="0" algn="l" defTabSz="914400" rtl="0" latinLnBrk="0">
        <a:lnSpc>
          <a:spcPct val="100000"/>
        </a:lnSpc>
        <a:spcBef>
          <a:spcPts val="0"/>
        </a:spcBef>
        <a:spcAft>
          <a:spcPts val="0"/>
        </a:spcAft>
        <a:buClrTx/>
        <a:buSzTx/>
        <a:buFontTx/>
        <a:buNone/>
        <a:tabLst/>
        <a:defRPr b="1" baseline="0" cap="none" i="0" spc="0" strike="noStrike" sz="4400" u="none">
          <a:solidFill>
            <a:srgbClr val="000000"/>
          </a:solidFill>
          <a:uFillTx/>
          <a:latin typeface="+mj-lt"/>
          <a:ea typeface="+mj-ea"/>
          <a:cs typeface="+mj-cs"/>
          <a:sym typeface="Bierstadt"/>
        </a:defRPr>
      </a:lvl7pPr>
      <a:lvl8pPr marL="0" marR="0" indent="0" algn="l" defTabSz="914400" rtl="0" latinLnBrk="0">
        <a:lnSpc>
          <a:spcPct val="100000"/>
        </a:lnSpc>
        <a:spcBef>
          <a:spcPts val="0"/>
        </a:spcBef>
        <a:spcAft>
          <a:spcPts val="0"/>
        </a:spcAft>
        <a:buClrTx/>
        <a:buSzTx/>
        <a:buFontTx/>
        <a:buNone/>
        <a:tabLst/>
        <a:defRPr b="1" baseline="0" cap="none" i="0" spc="0" strike="noStrike" sz="4400" u="none">
          <a:solidFill>
            <a:srgbClr val="000000"/>
          </a:solidFill>
          <a:uFillTx/>
          <a:latin typeface="+mj-lt"/>
          <a:ea typeface="+mj-ea"/>
          <a:cs typeface="+mj-cs"/>
          <a:sym typeface="Bierstadt"/>
        </a:defRPr>
      </a:lvl8pPr>
      <a:lvl9pPr marL="0" marR="0" indent="0" algn="l" defTabSz="914400" rtl="0" latinLnBrk="0">
        <a:lnSpc>
          <a:spcPct val="100000"/>
        </a:lnSpc>
        <a:spcBef>
          <a:spcPts val="0"/>
        </a:spcBef>
        <a:spcAft>
          <a:spcPts val="0"/>
        </a:spcAft>
        <a:buClrTx/>
        <a:buSzTx/>
        <a:buFontTx/>
        <a:buNone/>
        <a:tabLst/>
        <a:defRPr b="1" baseline="0" cap="none" i="0" spc="0" strike="noStrike" sz="4400" u="none">
          <a:solidFill>
            <a:srgbClr val="000000"/>
          </a:solidFill>
          <a:uFillTx/>
          <a:latin typeface="+mj-lt"/>
          <a:ea typeface="+mj-ea"/>
          <a:cs typeface="+mj-cs"/>
          <a:sym typeface="Bierstadt"/>
        </a:defRPr>
      </a:lvl9pPr>
    </p:titleStyle>
    <p:bodyStyle>
      <a:lvl1pPr marL="228600" marR="0" indent="-228600" algn="l" defTabSz="914400" rtl="0" latinLnBrk="0">
        <a:lnSpc>
          <a:spcPct val="110000"/>
        </a:lnSpc>
        <a:spcBef>
          <a:spcPts val="1000"/>
        </a:spcBef>
        <a:spcAft>
          <a:spcPts val="0"/>
        </a:spcAft>
        <a:buClrTx/>
        <a:buSzPct val="100000"/>
        <a:buFont typeface="Arial"/>
        <a:buChar char="•"/>
        <a:tabLst/>
        <a:defRPr b="0" baseline="0" cap="none" i="0" spc="0" strike="noStrike" sz="1800" u="none">
          <a:solidFill>
            <a:srgbClr val="000000"/>
          </a:solidFill>
          <a:uFillTx/>
          <a:latin typeface="+mj-lt"/>
          <a:ea typeface="+mj-ea"/>
          <a:cs typeface="+mj-cs"/>
          <a:sym typeface="Bierstadt"/>
        </a:defRPr>
      </a:lvl1pPr>
      <a:lvl2pPr marL="714375" marR="0" indent="-257175" algn="l" defTabSz="914400" rtl="0" latinLnBrk="0">
        <a:lnSpc>
          <a:spcPct val="110000"/>
        </a:lnSpc>
        <a:spcBef>
          <a:spcPts val="1000"/>
        </a:spcBef>
        <a:spcAft>
          <a:spcPts val="0"/>
        </a:spcAft>
        <a:buClrTx/>
        <a:buSzPct val="100000"/>
        <a:buFont typeface="Arial"/>
        <a:buChar char="•"/>
        <a:tabLst/>
        <a:defRPr b="0" baseline="0" cap="none" i="0" spc="0" strike="noStrike" sz="1800" u="none">
          <a:solidFill>
            <a:srgbClr val="000000"/>
          </a:solidFill>
          <a:uFillTx/>
          <a:latin typeface="+mj-lt"/>
          <a:ea typeface="+mj-ea"/>
          <a:cs typeface="+mj-cs"/>
          <a:sym typeface="Bierstadt"/>
        </a:defRPr>
      </a:lvl2pPr>
      <a:lvl3pPr marL="1208314" marR="0" indent="-293914" algn="l" defTabSz="914400" rtl="0" latinLnBrk="0">
        <a:lnSpc>
          <a:spcPct val="110000"/>
        </a:lnSpc>
        <a:spcBef>
          <a:spcPts val="1000"/>
        </a:spcBef>
        <a:spcAft>
          <a:spcPts val="0"/>
        </a:spcAft>
        <a:buClrTx/>
        <a:buSzPct val="100000"/>
        <a:buFont typeface="Arial"/>
        <a:buChar char="•"/>
        <a:tabLst/>
        <a:defRPr b="0" baseline="0" cap="none" i="0" spc="0" strike="noStrike" sz="1800" u="none">
          <a:solidFill>
            <a:srgbClr val="000000"/>
          </a:solidFill>
          <a:uFillTx/>
          <a:latin typeface="+mj-lt"/>
          <a:ea typeface="+mj-ea"/>
          <a:cs typeface="+mj-cs"/>
          <a:sym typeface="Bierstadt"/>
        </a:defRPr>
      </a:lvl3pPr>
      <a:lvl4pPr marL="1714500" marR="0" indent="-342900" algn="l" defTabSz="914400" rtl="0" latinLnBrk="0">
        <a:lnSpc>
          <a:spcPct val="110000"/>
        </a:lnSpc>
        <a:spcBef>
          <a:spcPts val="1000"/>
        </a:spcBef>
        <a:spcAft>
          <a:spcPts val="0"/>
        </a:spcAft>
        <a:buClrTx/>
        <a:buSzPct val="100000"/>
        <a:buFont typeface="Arial"/>
        <a:buChar char="•"/>
        <a:tabLst/>
        <a:defRPr b="0" baseline="0" cap="none" i="0" spc="0" strike="noStrike" sz="1800" u="none">
          <a:solidFill>
            <a:srgbClr val="000000"/>
          </a:solidFill>
          <a:uFillTx/>
          <a:latin typeface="+mj-lt"/>
          <a:ea typeface="+mj-ea"/>
          <a:cs typeface="+mj-cs"/>
          <a:sym typeface="Bierstadt"/>
        </a:defRPr>
      </a:lvl4pPr>
      <a:lvl5pPr marL="2171700" marR="0" indent="-342900" algn="l" defTabSz="914400" rtl="0" latinLnBrk="0">
        <a:lnSpc>
          <a:spcPct val="110000"/>
        </a:lnSpc>
        <a:spcBef>
          <a:spcPts val="1000"/>
        </a:spcBef>
        <a:spcAft>
          <a:spcPts val="0"/>
        </a:spcAft>
        <a:buClrTx/>
        <a:buSzPct val="100000"/>
        <a:buFont typeface="Arial"/>
        <a:buChar char="•"/>
        <a:tabLst/>
        <a:defRPr b="0" baseline="0" cap="none" i="0" spc="0" strike="noStrike" sz="1800" u="none">
          <a:solidFill>
            <a:srgbClr val="000000"/>
          </a:solidFill>
          <a:uFillTx/>
          <a:latin typeface="+mj-lt"/>
          <a:ea typeface="+mj-ea"/>
          <a:cs typeface="+mj-cs"/>
          <a:sym typeface="Bierstadt"/>
        </a:defRPr>
      </a:lvl5pPr>
      <a:lvl6pPr marL="2514600" marR="0" indent="-228600" algn="l" defTabSz="914400" rtl="0" latinLnBrk="0">
        <a:lnSpc>
          <a:spcPct val="110000"/>
        </a:lnSpc>
        <a:spcBef>
          <a:spcPts val="1000"/>
        </a:spcBef>
        <a:spcAft>
          <a:spcPts val="0"/>
        </a:spcAft>
        <a:buClrTx/>
        <a:buSzPct val="100000"/>
        <a:buFont typeface="Arial"/>
        <a:buChar char="•"/>
        <a:tabLst/>
        <a:defRPr b="0" baseline="0" cap="none" i="0" spc="0" strike="noStrike" sz="1800" u="none">
          <a:solidFill>
            <a:srgbClr val="000000"/>
          </a:solidFill>
          <a:uFillTx/>
          <a:latin typeface="+mj-lt"/>
          <a:ea typeface="+mj-ea"/>
          <a:cs typeface="+mj-cs"/>
          <a:sym typeface="Bierstadt"/>
        </a:defRPr>
      </a:lvl6pPr>
      <a:lvl7pPr marL="2971800" marR="0" indent="-228600" algn="l" defTabSz="914400" rtl="0" latinLnBrk="0">
        <a:lnSpc>
          <a:spcPct val="110000"/>
        </a:lnSpc>
        <a:spcBef>
          <a:spcPts val="1000"/>
        </a:spcBef>
        <a:spcAft>
          <a:spcPts val="0"/>
        </a:spcAft>
        <a:buClrTx/>
        <a:buSzPct val="100000"/>
        <a:buFont typeface="Arial"/>
        <a:buChar char="•"/>
        <a:tabLst/>
        <a:defRPr b="0" baseline="0" cap="none" i="0" spc="0" strike="noStrike" sz="1800" u="none">
          <a:solidFill>
            <a:srgbClr val="000000"/>
          </a:solidFill>
          <a:uFillTx/>
          <a:latin typeface="+mj-lt"/>
          <a:ea typeface="+mj-ea"/>
          <a:cs typeface="+mj-cs"/>
          <a:sym typeface="Bierstadt"/>
        </a:defRPr>
      </a:lvl7pPr>
      <a:lvl8pPr marL="3429000" marR="0" indent="-228600" algn="l" defTabSz="914400" rtl="0" latinLnBrk="0">
        <a:lnSpc>
          <a:spcPct val="110000"/>
        </a:lnSpc>
        <a:spcBef>
          <a:spcPts val="1000"/>
        </a:spcBef>
        <a:spcAft>
          <a:spcPts val="0"/>
        </a:spcAft>
        <a:buClrTx/>
        <a:buSzPct val="100000"/>
        <a:buFont typeface="Arial"/>
        <a:buChar char="•"/>
        <a:tabLst/>
        <a:defRPr b="0" baseline="0" cap="none" i="0" spc="0" strike="noStrike" sz="1800" u="none">
          <a:solidFill>
            <a:srgbClr val="000000"/>
          </a:solidFill>
          <a:uFillTx/>
          <a:latin typeface="+mj-lt"/>
          <a:ea typeface="+mj-ea"/>
          <a:cs typeface="+mj-cs"/>
          <a:sym typeface="Bierstadt"/>
        </a:defRPr>
      </a:lvl8pPr>
      <a:lvl9pPr marL="3886200" marR="0" indent="-228600" algn="l" defTabSz="914400" rtl="0" latinLnBrk="0">
        <a:lnSpc>
          <a:spcPct val="110000"/>
        </a:lnSpc>
        <a:spcBef>
          <a:spcPts val="1000"/>
        </a:spcBef>
        <a:spcAft>
          <a:spcPts val="0"/>
        </a:spcAft>
        <a:buClrTx/>
        <a:buSzPct val="100000"/>
        <a:buFont typeface="Arial"/>
        <a:buChar char="•"/>
        <a:tabLst/>
        <a:defRPr b="0" baseline="0" cap="none" i="0" spc="0" strike="noStrike" sz="1800" u="none">
          <a:solidFill>
            <a:srgbClr val="000000"/>
          </a:solidFill>
          <a:uFillTx/>
          <a:latin typeface="+mj-lt"/>
          <a:ea typeface="+mj-ea"/>
          <a:cs typeface="+mj-cs"/>
          <a:sym typeface="Bierstadt"/>
        </a:defRPr>
      </a:lvl9pPr>
    </p:bodyStyle>
    <p:otherStyle>
      <a:lvl1pPr marL="0" marR="0" indent="0" algn="r" defTabSz="914400" rtl="0" latinLnBrk="0">
        <a:lnSpc>
          <a:spcPct val="100000"/>
        </a:lnSpc>
        <a:spcBef>
          <a:spcPts val="0"/>
        </a:spcBef>
        <a:spcAft>
          <a:spcPts val="0"/>
        </a:spcAft>
        <a:buClrTx/>
        <a:buSzTx/>
        <a:buFontTx/>
        <a:buNone/>
        <a:tabLst/>
        <a:defRPr b="0" baseline="0" cap="none" i="0" spc="0" strike="noStrike" sz="900" u="none">
          <a:solidFill>
            <a:schemeClr val="tx1"/>
          </a:solidFill>
          <a:uFillTx/>
          <a:latin typeface="+mn-lt"/>
          <a:ea typeface="+mn-ea"/>
          <a:cs typeface="+mn-cs"/>
          <a:sym typeface="Bierstadt"/>
        </a:defRPr>
      </a:lvl1pPr>
      <a:lvl2pPr marL="0" marR="0" indent="457200" algn="r" defTabSz="914400" rtl="0" latinLnBrk="0">
        <a:lnSpc>
          <a:spcPct val="100000"/>
        </a:lnSpc>
        <a:spcBef>
          <a:spcPts val="0"/>
        </a:spcBef>
        <a:spcAft>
          <a:spcPts val="0"/>
        </a:spcAft>
        <a:buClrTx/>
        <a:buSzTx/>
        <a:buFontTx/>
        <a:buNone/>
        <a:tabLst/>
        <a:defRPr b="0" baseline="0" cap="none" i="0" spc="0" strike="noStrike" sz="900" u="none">
          <a:solidFill>
            <a:schemeClr val="tx1"/>
          </a:solidFill>
          <a:uFillTx/>
          <a:latin typeface="+mn-lt"/>
          <a:ea typeface="+mn-ea"/>
          <a:cs typeface="+mn-cs"/>
          <a:sym typeface="Bierstadt"/>
        </a:defRPr>
      </a:lvl2pPr>
      <a:lvl3pPr marL="0" marR="0" indent="914400" algn="r" defTabSz="914400" rtl="0" latinLnBrk="0">
        <a:lnSpc>
          <a:spcPct val="100000"/>
        </a:lnSpc>
        <a:spcBef>
          <a:spcPts val="0"/>
        </a:spcBef>
        <a:spcAft>
          <a:spcPts val="0"/>
        </a:spcAft>
        <a:buClrTx/>
        <a:buSzTx/>
        <a:buFontTx/>
        <a:buNone/>
        <a:tabLst/>
        <a:defRPr b="0" baseline="0" cap="none" i="0" spc="0" strike="noStrike" sz="900" u="none">
          <a:solidFill>
            <a:schemeClr val="tx1"/>
          </a:solidFill>
          <a:uFillTx/>
          <a:latin typeface="+mn-lt"/>
          <a:ea typeface="+mn-ea"/>
          <a:cs typeface="+mn-cs"/>
          <a:sym typeface="Bierstadt"/>
        </a:defRPr>
      </a:lvl3pPr>
      <a:lvl4pPr marL="0" marR="0" indent="1371600" algn="r" defTabSz="914400" rtl="0" latinLnBrk="0">
        <a:lnSpc>
          <a:spcPct val="100000"/>
        </a:lnSpc>
        <a:spcBef>
          <a:spcPts val="0"/>
        </a:spcBef>
        <a:spcAft>
          <a:spcPts val="0"/>
        </a:spcAft>
        <a:buClrTx/>
        <a:buSzTx/>
        <a:buFontTx/>
        <a:buNone/>
        <a:tabLst/>
        <a:defRPr b="0" baseline="0" cap="none" i="0" spc="0" strike="noStrike" sz="900" u="none">
          <a:solidFill>
            <a:schemeClr val="tx1"/>
          </a:solidFill>
          <a:uFillTx/>
          <a:latin typeface="+mn-lt"/>
          <a:ea typeface="+mn-ea"/>
          <a:cs typeface="+mn-cs"/>
          <a:sym typeface="Bierstadt"/>
        </a:defRPr>
      </a:lvl4pPr>
      <a:lvl5pPr marL="0" marR="0" indent="1828800" algn="r" defTabSz="914400" rtl="0" latinLnBrk="0">
        <a:lnSpc>
          <a:spcPct val="100000"/>
        </a:lnSpc>
        <a:spcBef>
          <a:spcPts val="0"/>
        </a:spcBef>
        <a:spcAft>
          <a:spcPts val="0"/>
        </a:spcAft>
        <a:buClrTx/>
        <a:buSzTx/>
        <a:buFontTx/>
        <a:buNone/>
        <a:tabLst/>
        <a:defRPr b="0" baseline="0" cap="none" i="0" spc="0" strike="noStrike" sz="900" u="none">
          <a:solidFill>
            <a:schemeClr val="tx1"/>
          </a:solidFill>
          <a:uFillTx/>
          <a:latin typeface="+mn-lt"/>
          <a:ea typeface="+mn-ea"/>
          <a:cs typeface="+mn-cs"/>
          <a:sym typeface="Bierstadt"/>
        </a:defRPr>
      </a:lvl5pPr>
      <a:lvl6pPr marL="0" marR="0" indent="2286000" algn="r" defTabSz="914400" rtl="0" latinLnBrk="0">
        <a:lnSpc>
          <a:spcPct val="100000"/>
        </a:lnSpc>
        <a:spcBef>
          <a:spcPts val="0"/>
        </a:spcBef>
        <a:spcAft>
          <a:spcPts val="0"/>
        </a:spcAft>
        <a:buClrTx/>
        <a:buSzTx/>
        <a:buFontTx/>
        <a:buNone/>
        <a:tabLst/>
        <a:defRPr b="0" baseline="0" cap="none" i="0" spc="0" strike="noStrike" sz="900" u="none">
          <a:solidFill>
            <a:schemeClr val="tx1"/>
          </a:solidFill>
          <a:uFillTx/>
          <a:latin typeface="+mn-lt"/>
          <a:ea typeface="+mn-ea"/>
          <a:cs typeface="+mn-cs"/>
          <a:sym typeface="Bierstadt"/>
        </a:defRPr>
      </a:lvl6pPr>
      <a:lvl7pPr marL="0" marR="0" indent="2743200" algn="r" defTabSz="914400" rtl="0" latinLnBrk="0">
        <a:lnSpc>
          <a:spcPct val="100000"/>
        </a:lnSpc>
        <a:spcBef>
          <a:spcPts val="0"/>
        </a:spcBef>
        <a:spcAft>
          <a:spcPts val="0"/>
        </a:spcAft>
        <a:buClrTx/>
        <a:buSzTx/>
        <a:buFontTx/>
        <a:buNone/>
        <a:tabLst/>
        <a:defRPr b="0" baseline="0" cap="none" i="0" spc="0" strike="noStrike" sz="900" u="none">
          <a:solidFill>
            <a:schemeClr val="tx1"/>
          </a:solidFill>
          <a:uFillTx/>
          <a:latin typeface="+mn-lt"/>
          <a:ea typeface="+mn-ea"/>
          <a:cs typeface="+mn-cs"/>
          <a:sym typeface="Bierstadt"/>
        </a:defRPr>
      </a:lvl7pPr>
      <a:lvl8pPr marL="0" marR="0" indent="3200400" algn="r" defTabSz="914400" rtl="0" latinLnBrk="0">
        <a:lnSpc>
          <a:spcPct val="100000"/>
        </a:lnSpc>
        <a:spcBef>
          <a:spcPts val="0"/>
        </a:spcBef>
        <a:spcAft>
          <a:spcPts val="0"/>
        </a:spcAft>
        <a:buClrTx/>
        <a:buSzTx/>
        <a:buFontTx/>
        <a:buNone/>
        <a:tabLst/>
        <a:defRPr b="0" baseline="0" cap="none" i="0" spc="0" strike="noStrike" sz="900" u="none">
          <a:solidFill>
            <a:schemeClr val="tx1"/>
          </a:solidFill>
          <a:uFillTx/>
          <a:latin typeface="+mn-lt"/>
          <a:ea typeface="+mn-ea"/>
          <a:cs typeface="+mn-cs"/>
          <a:sym typeface="Bierstadt"/>
        </a:defRPr>
      </a:lvl8pPr>
      <a:lvl9pPr marL="0" marR="0" indent="3657600" algn="r" defTabSz="914400" rtl="0" latinLnBrk="0">
        <a:lnSpc>
          <a:spcPct val="100000"/>
        </a:lnSpc>
        <a:spcBef>
          <a:spcPts val="0"/>
        </a:spcBef>
        <a:spcAft>
          <a:spcPts val="0"/>
        </a:spcAft>
        <a:buClrTx/>
        <a:buSzTx/>
        <a:buFontTx/>
        <a:buNone/>
        <a:tabLst/>
        <a:defRPr b="0" baseline="0" cap="none" i="0" spc="0" strike="noStrike" sz="900" u="none">
          <a:solidFill>
            <a:schemeClr val="tx1"/>
          </a:solidFill>
          <a:uFillTx/>
          <a:latin typeface="+mn-lt"/>
          <a:ea typeface="+mn-ea"/>
          <a:cs typeface="+mn-cs"/>
          <a:sym typeface="Bierstadt"/>
        </a:defRPr>
      </a:lvl9pPr>
    </p:otherStyle>
  </p:txStyles>
</p:sldMaster>
</file>

<file path=ppt/slides/_rels/slide1.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png"/></Relationships>

</file>

<file path=ppt/slides/_rels/slide2.xml.rels><?xml version="1.0" encoding="UTF-8"?>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eg"/></Relationships>

</file>

<file path=ppt/slides/_rels/slide7.xml.rels><?xml version="1.0" encoding="UTF-8"?>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s>

</file>

<file path=ppt/slides/_rels/slide8.xml.rels><?xml version="1.0" encoding="UTF-8"?>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jpeg"/><Relationship Id="rId3" Type="http://schemas.openxmlformats.org/officeDocument/2006/relationships/image" Target="../media/image3.jpeg"/></Relationships>

</file>

<file path=ppt/slides/_rels/slide9.xml.rels><?xml version="1.0" encoding="UTF-8"?>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s>

</file>

<file path=ppt/slides/_rels/slide10.xml.rels><?xml version="1.0" encoding="UTF-8"?>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4.png"/></Relationships>

</file>

<file path=ppt/slides/_rels/slide11.xml.rels><?xml version="1.0" encoding="UTF-8"?>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5.png"/></Relationships>

</file>

<file path=ppt/slides/_rels/slide12.xml.rels><?xml version="1.0" encoding="UTF-8"?>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6.png"/><Relationship Id="rId3" Type="http://schemas.openxmlformats.org/officeDocument/2006/relationships/image" Target="../media/image7.png"/></Relationships>

</file>

<file path=ppt/slides/_rels/slide14.xml.rels><?xml version="1.0" encoding="UTF-8"?>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hyperlink" Target="https://ieeexplore.ieee.org/document/9754096" TargetMode="External"/><Relationship Id="rId3" Type="http://schemas.openxmlformats.org/officeDocument/2006/relationships/hyperlink" Target="https://tinyurl.com/yrhe4mj9" TargetMode="External"/><Relationship Id="rId4" Type="http://schemas.openxmlformats.org/officeDocument/2006/relationships/hyperlink" Target="https://nevonprojects.com/soldier-health-position-tracking-system/" TargetMode="External"/></Relationships>

</file>

<file path=ppt/slides/slide1.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97" name="Rectangle 8"/>
          <p:cNvSpPr/>
          <p:nvPr/>
        </p:nvSpPr>
        <p:spPr>
          <a:xfrm>
            <a:off x="0" y="0"/>
            <a:ext cx="12192000" cy="6858000"/>
          </a:xfrm>
          <a:prstGeom prst="rect">
            <a:avLst/>
          </a:prstGeom>
          <a:solidFill>
            <a:srgbClr val="FFFFFF"/>
          </a:solidFill>
          <a:ln w="12700">
            <a:miter lim="400000"/>
          </a:ln>
        </p:spPr>
        <p:txBody>
          <a:bodyPr lIns="45719" rIns="45719" anchor="ctr"/>
          <a:lstStyle/>
          <a:p>
            <a:pPr algn="ctr">
              <a:defRPr>
                <a:solidFill>
                  <a:srgbClr val="FFFFFF"/>
                </a:solidFill>
              </a:defRPr>
            </a:pPr>
          </a:p>
        </p:txBody>
      </p:sp>
      <p:sp>
        <p:nvSpPr>
          <p:cNvPr id="98" name="Rectangle 10"/>
          <p:cNvSpPr/>
          <p:nvPr/>
        </p:nvSpPr>
        <p:spPr>
          <a:xfrm>
            <a:off x="-1" y="5577840"/>
            <a:ext cx="12192001" cy="1280161"/>
          </a:xfrm>
          <a:prstGeom prst="rect">
            <a:avLst/>
          </a:prstGeom>
          <a:solidFill>
            <a:srgbClr val="FFFFFF">
              <a:alpha val="88000"/>
            </a:srgbClr>
          </a:solidFill>
          <a:ln w="12700">
            <a:miter lim="400000"/>
          </a:ln>
        </p:spPr>
        <p:txBody>
          <a:bodyPr lIns="45719" rIns="45719" anchor="ctr"/>
          <a:lstStyle/>
          <a:p>
            <a:pPr algn="ctr">
              <a:defRPr>
                <a:solidFill>
                  <a:srgbClr val="FFFFFF"/>
                </a:solidFill>
              </a:defRPr>
            </a:pPr>
          </a:p>
        </p:txBody>
      </p:sp>
      <p:sp>
        <p:nvSpPr>
          <p:cNvPr id="99" name="Title 1"/>
          <p:cNvSpPr txBox="1"/>
          <p:nvPr>
            <p:ph type="ctrTitle"/>
          </p:nvPr>
        </p:nvSpPr>
        <p:spPr>
          <a:xfrm>
            <a:off x="526154" y="543378"/>
            <a:ext cx="8178501" cy="960121"/>
          </a:xfrm>
          <a:prstGeom prst="rect">
            <a:avLst/>
          </a:prstGeom>
        </p:spPr>
        <p:txBody>
          <a:bodyPr anchor="ctr"/>
          <a:lstStyle/>
          <a:p>
            <a:pPr>
              <a:defRPr sz="4400"/>
            </a:pPr>
          </a:p>
        </p:txBody>
      </p:sp>
      <p:sp>
        <p:nvSpPr>
          <p:cNvPr id="100" name="Subtitle 2"/>
          <p:cNvSpPr txBox="1"/>
          <p:nvPr>
            <p:ph type="subTitle" sz="quarter" idx="1"/>
          </p:nvPr>
        </p:nvSpPr>
        <p:spPr>
          <a:xfrm>
            <a:off x="9116662" y="643313"/>
            <a:ext cx="2437163" cy="529154"/>
          </a:xfrm>
          <a:prstGeom prst="rect">
            <a:avLst/>
          </a:prstGeom>
        </p:spPr>
        <p:txBody>
          <a:bodyPr anchor="ctr"/>
          <a:lstStyle/>
          <a:p>
            <a:pPr algn="r">
              <a:defRPr sz="1900"/>
            </a:pPr>
          </a:p>
        </p:txBody>
      </p:sp>
      <p:sp>
        <p:nvSpPr>
          <p:cNvPr id="101" name="TextBox 5"/>
          <p:cNvSpPr txBox="1"/>
          <p:nvPr/>
        </p:nvSpPr>
        <p:spPr>
          <a:xfrm>
            <a:off x="467953" y="2193378"/>
            <a:ext cx="9672072" cy="4130041"/>
          </a:xfrm>
          <a:prstGeom prst="rect">
            <a:avLst/>
          </a:prstGeom>
          <a:ln w="12700">
            <a:miter lim="400000"/>
          </a:ln>
          <a:extLst>
            <a:ext uri="{C572A759-6A51-4108-AA02-DFA0A04FC94B}">
              <ma14:wrappingTextBoxFlag xmlns:ma14="http://schemas.microsoft.com/office/mac/drawingml/2011/main" val="1"/>
            </a:ext>
          </a:extLst>
        </p:spPr>
        <p:txBody>
          <a:bodyPr lIns="45719" rIns="45719">
            <a:spAutoFit/>
          </a:bodyPr>
          <a:lstStyle/>
          <a:p>
            <a:pPr>
              <a:defRPr b="1" sz="2400" u="sng">
                <a:solidFill>
                  <a:srgbClr val="0D0D0D"/>
                </a:solidFill>
              </a:defRPr>
            </a:pPr>
            <a:r>
              <a:t>1.Project Title:</a:t>
            </a:r>
            <a:br/>
            <a:r>
              <a:rPr b="0" sz="4400" u="none">
                <a:latin typeface="Batang"/>
                <a:ea typeface="Batang"/>
                <a:cs typeface="Batang"/>
                <a:sym typeface="Batang"/>
              </a:rPr>
              <a:t>Soldier Health &amp; Position Monitoring System</a:t>
            </a:r>
            <a:endParaRPr sz="4400">
              <a:latin typeface="Batang"/>
              <a:ea typeface="Batang"/>
              <a:cs typeface="Batang"/>
              <a:sym typeface="Batang"/>
            </a:endParaRPr>
          </a:p>
          <a:p>
            <a:pPr>
              <a:defRPr sz="2400" u="sng">
                <a:solidFill>
                  <a:srgbClr val="0D0D0D"/>
                </a:solidFill>
                <a:latin typeface="Batang"/>
                <a:ea typeface="Batang"/>
                <a:cs typeface="Batang"/>
                <a:sym typeface="Batang"/>
              </a:defRPr>
            </a:pPr>
            <a:r>
              <a:t>SDG 3</a:t>
            </a:r>
            <a:r>
              <a:rPr u="none"/>
              <a:t>:GOOD HEALTH AND WELL BEING</a:t>
            </a:r>
            <a:endParaRPr u="none"/>
          </a:p>
          <a:p>
            <a:pPr>
              <a:defRPr b="1">
                <a:solidFill>
                  <a:srgbClr val="0D0D0D"/>
                </a:solidFill>
              </a:defRPr>
            </a:pPr>
          </a:p>
          <a:p>
            <a:pPr/>
          </a:p>
          <a:p>
            <a:pPr/>
          </a:p>
          <a:p>
            <a:pPr/>
          </a:p>
          <a:p>
            <a:pPr/>
          </a:p>
          <a:p>
            <a:pPr>
              <a:defRPr b="1"/>
            </a:pPr>
            <a:br/>
          </a:p>
        </p:txBody>
      </p:sp>
      <p:sp>
        <p:nvSpPr>
          <p:cNvPr id="102" name="TextBox 6"/>
          <p:cNvSpPr txBox="1"/>
          <p:nvPr/>
        </p:nvSpPr>
        <p:spPr>
          <a:xfrm>
            <a:off x="8331338" y="5025004"/>
            <a:ext cx="4016535" cy="1310641"/>
          </a:xfrm>
          <a:prstGeom prst="rect">
            <a:avLst/>
          </a:prstGeom>
          <a:ln w="12700">
            <a:miter lim="400000"/>
          </a:ln>
          <a:extLst>
            <a:ext uri="{C572A759-6A51-4108-AA02-DFA0A04FC94B}">
              <ma14:wrappingTextBoxFlag xmlns:ma14="http://schemas.microsoft.com/office/mac/drawingml/2011/main" val="1"/>
            </a:ext>
          </a:extLst>
        </p:spPr>
        <p:txBody>
          <a:bodyPr lIns="45719" rIns="45719">
            <a:spAutoFit/>
          </a:bodyPr>
          <a:lstStyle/>
          <a:p>
            <a:pPr>
              <a:defRPr b="1" sz="2000" u="sng"/>
            </a:pPr>
            <a:r>
              <a:t>Team Members:</a:t>
            </a:r>
          </a:p>
          <a:p>
            <a:pPr>
              <a:defRPr b="1" sz="2000"/>
            </a:pPr>
            <a:r>
              <a:t>K.SUBHASH  247R1A6632</a:t>
            </a:r>
          </a:p>
          <a:p>
            <a:pPr>
              <a:defRPr b="1" sz="2000"/>
            </a:pPr>
            <a:r>
              <a:t>K.NAVEEN     247R1A6637</a:t>
            </a:r>
          </a:p>
          <a:p>
            <a:pPr>
              <a:defRPr b="1" sz="2000"/>
            </a:pPr>
            <a:r>
              <a:t>V.ROHINI       247R1A6610</a:t>
            </a:r>
          </a:p>
        </p:txBody>
      </p:sp>
      <p:pic>
        <p:nvPicPr>
          <p:cNvPr id="103" name="Picture 7" descr="Picture 7"/>
          <p:cNvPicPr>
            <a:picLocks noChangeAspect="1"/>
          </p:cNvPicPr>
          <p:nvPr/>
        </p:nvPicPr>
        <p:blipFill>
          <a:blip r:embed="rId2">
            <a:extLst/>
          </a:blip>
          <a:stretch>
            <a:fillRect/>
          </a:stretch>
        </p:blipFill>
        <p:spPr>
          <a:xfrm>
            <a:off x="-2128" y="450586"/>
            <a:ext cx="12233245" cy="1155486"/>
          </a:xfrm>
          <a:prstGeom prst="rect">
            <a:avLst/>
          </a:prstGeom>
          <a:ln w="12700">
            <a:miter lim="400000"/>
          </a:ln>
        </p:spPr>
      </p:pic>
      <p:sp>
        <p:nvSpPr>
          <p:cNvPr id="104" name="TextBox 9"/>
          <p:cNvSpPr txBox="1"/>
          <p:nvPr/>
        </p:nvSpPr>
        <p:spPr>
          <a:xfrm>
            <a:off x="465114" y="4713768"/>
            <a:ext cx="3765816" cy="1615441"/>
          </a:xfrm>
          <a:prstGeom prst="rect">
            <a:avLst/>
          </a:prstGeom>
          <a:ln w="12700">
            <a:miter lim="400000"/>
          </a:ln>
          <a:extLst>
            <a:ext uri="{C572A759-6A51-4108-AA02-DFA0A04FC94B}">
              <ma14:wrappingTextBoxFlag xmlns:ma14="http://schemas.microsoft.com/office/mac/drawingml/2011/main" val="1"/>
            </a:ext>
          </a:extLst>
        </p:spPr>
        <p:txBody>
          <a:bodyPr lIns="45719" rIns="45719">
            <a:spAutoFit/>
          </a:bodyPr>
          <a:lstStyle/>
          <a:p>
            <a:pPr>
              <a:defRPr sz="2000"/>
            </a:pPr>
          </a:p>
          <a:p>
            <a:pPr>
              <a:defRPr b="1" sz="2000" u="sng">
                <a:solidFill>
                  <a:srgbClr val="0D0D0D"/>
                </a:solidFill>
              </a:defRPr>
            </a:pPr>
            <a:r>
              <a:t>Guide:</a:t>
            </a:r>
            <a:br/>
            <a:r>
              <a:rPr u="none"/>
              <a:t>Ms. </a:t>
            </a:r>
            <a:r>
              <a:t>U. SARITHA</a:t>
            </a:r>
          </a:p>
          <a:p>
            <a:pPr>
              <a:defRPr sz="2000" u="sng"/>
            </a:pPr>
            <a:r>
              <a:t>Assistant Professor</a:t>
            </a:r>
            <a:br/>
            <a:r>
              <a:rPr b="1">
                <a:solidFill>
                  <a:srgbClr val="0D0D0D"/>
                </a:solidFill>
              </a:rPr>
              <a:t>Department of CSE(AI&amp;ML)</a:t>
            </a:r>
          </a:p>
        </p:txBody>
      </p:sp>
      <p:sp>
        <p:nvSpPr>
          <p:cNvPr id="105" name="Slide Number"/>
          <p:cNvSpPr txBox="1"/>
          <p:nvPr>
            <p:ph type="sldNum" sz="quarter" idx="4294967295"/>
          </p:nvPr>
        </p:nvSpPr>
        <p:spPr>
          <a:xfrm>
            <a:off x="11929803" y="6486080"/>
            <a:ext cx="167709" cy="231141"/>
          </a:xfrm>
          <a:prstGeom prst="rect">
            <a:avLst/>
          </a:prstGeom>
          <a:extLst>
            <a:ext uri="{C572A759-6A51-4108-AA02-DFA0A04FC94B}">
              <ma14:wrappingTextBoxFlag xmlns:ma14="http://schemas.microsoft.com/office/mac/drawingml/2011/main" val="1"/>
            </a:ext>
          </a:extLst>
        </p:spPr>
        <p:txBody>
          <a:bodyPr/>
          <a:lstStyle/>
          <a:p>
            <a:pPr/>
            <a:fld id="{86CB4B4D-7CA3-9044-876B-883B54F8677D}" type="slidenum"/>
          </a:p>
        </p:txBody>
      </p:sp>
    </p:spTree>
  </p:cSld>
  <p:clrMapOvr>
    <a:masterClrMapping/>
  </p:clrMapOvr>
  <p:transition xmlns:p14="http://schemas.microsoft.com/office/powerpoint/2010/main" spd="med" advClick="1"/>
</p:sld>
</file>

<file path=ppt/slides/slide2.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07" name="1. Title Page (with Guide Details)…"/>
          <p:cNvSpPr txBox="1"/>
          <p:nvPr/>
        </p:nvSpPr>
        <p:spPr>
          <a:xfrm>
            <a:off x="628665" y="1066711"/>
            <a:ext cx="4773364" cy="5806441"/>
          </a:xfrm>
          <a:prstGeom prst="rect">
            <a:avLst/>
          </a:prstGeom>
          <a:ln w="12700">
            <a:miter lim="400000"/>
          </a:ln>
          <a:extLst>
            <a:ext uri="{C572A759-6A51-4108-AA02-DFA0A04FC94B}">
              <ma14:wrappingTextBoxFlag xmlns:ma14="http://schemas.microsoft.com/office/mac/drawingml/2011/main" val="1"/>
            </a:ext>
          </a:extLst>
        </p:spPr>
        <p:txBody>
          <a:bodyPr lIns="45719" rIns="45719">
            <a:spAutoFit/>
          </a:bodyPr>
          <a:lstStyle/>
          <a:p>
            <a:pPr defTabSz="457200">
              <a:defRPr sz="2100">
                <a:latin typeface="Times Roman"/>
                <a:ea typeface="Times Roman"/>
                <a:cs typeface="Times Roman"/>
                <a:sym typeface="Times Roman"/>
              </a:defRPr>
            </a:pPr>
            <a:r>
              <a:t>1. Title Page (with Guide Details)</a:t>
            </a:r>
          </a:p>
          <a:p>
            <a:pPr defTabSz="457200">
              <a:defRPr sz="2100">
                <a:latin typeface="Times Roman"/>
                <a:ea typeface="Times Roman"/>
                <a:cs typeface="Times Roman"/>
                <a:sym typeface="Times Roman"/>
              </a:defRPr>
            </a:pPr>
            <a:r>
              <a:t>2. Table of Contents</a:t>
            </a:r>
          </a:p>
          <a:p>
            <a:pPr defTabSz="457200">
              <a:defRPr sz="2100">
                <a:latin typeface="Times Roman"/>
                <a:ea typeface="Times Roman"/>
                <a:cs typeface="Times Roman"/>
                <a:sym typeface="Times Roman"/>
              </a:defRPr>
            </a:pPr>
            <a:r>
              <a:t>3. Abstract</a:t>
            </a:r>
          </a:p>
          <a:p>
            <a:pPr defTabSz="457200">
              <a:defRPr sz="2100">
                <a:latin typeface="Times Roman"/>
                <a:ea typeface="Times Roman"/>
                <a:cs typeface="Times Roman"/>
                <a:sym typeface="Times Roman"/>
              </a:defRPr>
            </a:pPr>
            <a:r>
              <a:t>4. Existing System and  Disadvantages</a:t>
            </a:r>
          </a:p>
          <a:p>
            <a:pPr defTabSz="457200">
              <a:defRPr sz="2100">
                <a:latin typeface="Times Roman"/>
                <a:ea typeface="Times Roman"/>
                <a:cs typeface="Times Roman"/>
                <a:sym typeface="Times Roman"/>
              </a:defRPr>
            </a:pPr>
            <a:r>
              <a:t>5. Proposed System and Advantages</a:t>
            </a:r>
          </a:p>
          <a:p>
            <a:pPr defTabSz="457200">
              <a:defRPr sz="2100">
                <a:latin typeface="Times Roman"/>
                <a:ea typeface="Times Roman"/>
                <a:cs typeface="Times Roman"/>
                <a:sym typeface="Times Roman"/>
              </a:defRPr>
            </a:pPr>
            <a:r>
              <a:t>6. System Architecture</a:t>
            </a:r>
          </a:p>
          <a:p>
            <a:pPr defTabSz="457200">
              <a:defRPr sz="2100">
                <a:latin typeface="Times Roman"/>
                <a:ea typeface="Times Roman"/>
                <a:cs typeface="Times Roman"/>
                <a:sym typeface="Times Roman"/>
              </a:defRPr>
            </a:pPr>
            <a:r>
              <a:t>7. UML Diagrams– </a:t>
            </a:r>
          </a:p>
          <a:p>
            <a:pPr defTabSz="457200">
              <a:defRPr sz="2100">
                <a:latin typeface="Times Roman"/>
                <a:ea typeface="Times Roman"/>
                <a:cs typeface="Times Roman"/>
                <a:sym typeface="Times Roman"/>
              </a:defRPr>
            </a:pPr>
            <a:r>
              <a:t>        Use Case Diagram</a:t>
            </a:r>
          </a:p>
          <a:p>
            <a:pPr defTabSz="457200">
              <a:defRPr sz="2100">
                <a:latin typeface="Times Roman"/>
                <a:ea typeface="Times Roman"/>
                <a:cs typeface="Times Roman"/>
                <a:sym typeface="Times Roman"/>
              </a:defRPr>
            </a:pPr>
            <a:r>
              <a:t>        Class Diagram</a:t>
            </a:r>
          </a:p>
          <a:p>
            <a:pPr defTabSz="457200">
              <a:defRPr sz="2100">
                <a:latin typeface="Times Roman"/>
                <a:ea typeface="Times Roman"/>
                <a:cs typeface="Times Roman"/>
                <a:sym typeface="Times Roman"/>
              </a:defRPr>
            </a:pPr>
            <a:r>
              <a:t>        Sequence Diagram</a:t>
            </a:r>
          </a:p>
          <a:p>
            <a:pPr defTabSz="457200">
              <a:defRPr sz="2100">
                <a:latin typeface="Times Roman"/>
                <a:ea typeface="Times Roman"/>
                <a:cs typeface="Times Roman"/>
                <a:sym typeface="Times Roman"/>
              </a:defRPr>
            </a:pPr>
            <a:r>
              <a:t>        Component Diagram </a:t>
            </a:r>
          </a:p>
          <a:p>
            <a:pPr defTabSz="457200">
              <a:defRPr sz="2100">
                <a:latin typeface="Times Roman"/>
                <a:ea typeface="Times Roman"/>
                <a:cs typeface="Times Roman"/>
                <a:sym typeface="Times Roman"/>
              </a:defRPr>
            </a:pPr>
            <a:r>
              <a:t>        Activity Diagram </a:t>
            </a:r>
          </a:p>
          <a:p>
            <a:pPr defTabSz="457200">
              <a:defRPr sz="2100">
                <a:latin typeface="Times Roman"/>
                <a:ea typeface="Times Roman"/>
                <a:cs typeface="Times Roman"/>
                <a:sym typeface="Times Roman"/>
              </a:defRPr>
            </a:pPr>
            <a:r>
              <a:t>    8.Implementation</a:t>
            </a:r>
          </a:p>
          <a:p>
            <a:pPr defTabSz="457200">
              <a:defRPr sz="2100">
                <a:latin typeface="Times Roman"/>
                <a:ea typeface="Times Roman"/>
                <a:cs typeface="Times Roman"/>
                <a:sym typeface="Times Roman"/>
              </a:defRPr>
            </a:pPr>
            <a:r>
              <a:t>    9. Results (Screenshots)</a:t>
            </a:r>
          </a:p>
          <a:p>
            <a:pPr defTabSz="457200">
              <a:defRPr sz="2100">
                <a:latin typeface="Times Roman"/>
                <a:ea typeface="Times Roman"/>
                <a:cs typeface="Times Roman"/>
                <a:sym typeface="Times Roman"/>
              </a:defRPr>
            </a:pPr>
            <a:r>
              <a:t>   10. Conclusion</a:t>
            </a:r>
          </a:p>
          <a:p>
            <a:pPr defTabSz="457200">
              <a:defRPr sz="2100">
                <a:latin typeface="Times Roman"/>
                <a:ea typeface="Times Roman"/>
                <a:cs typeface="Times Roman"/>
                <a:sym typeface="Times Roman"/>
              </a:defRPr>
            </a:pPr>
            <a:r>
              <a:t>   11. Future Scope</a:t>
            </a:r>
          </a:p>
          <a:p>
            <a:pPr defTabSz="457200">
              <a:defRPr sz="2100">
                <a:latin typeface="Times Roman"/>
                <a:ea typeface="Times Roman"/>
                <a:cs typeface="Times Roman"/>
                <a:sym typeface="Times Roman"/>
              </a:defRPr>
            </a:pPr>
            <a:r>
              <a:t>   12. References</a:t>
            </a:r>
          </a:p>
        </p:txBody>
      </p:sp>
      <p:sp>
        <p:nvSpPr>
          <p:cNvPr id="108" name="2.TABLE OF CONTENT:"/>
          <p:cNvSpPr txBox="1"/>
          <p:nvPr/>
        </p:nvSpPr>
        <p:spPr>
          <a:xfrm>
            <a:off x="569696" y="223215"/>
            <a:ext cx="6302783" cy="764541"/>
          </a:xfrm>
          <a:prstGeom prst="rect">
            <a:avLst/>
          </a:prstGeom>
          <a:ln w="12700">
            <a:miter lim="400000"/>
          </a:ln>
          <a:extLst>
            <a:ext uri="{C572A759-6A51-4108-AA02-DFA0A04FC94B}">
              <ma14:wrappingTextBoxFlag xmlns:ma14="http://schemas.microsoft.com/office/mac/drawingml/2011/main" val="1"/>
            </a:ext>
          </a:extLst>
        </p:spPr>
        <p:txBody>
          <a:bodyPr wrap="none" lIns="45719" rIns="45719">
            <a:spAutoFit/>
          </a:bodyPr>
          <a:lstStyle>
            <a:lvl1pPr>
              <a:defRPr b="1" sz="4400" u="sng"/>
            </a:lvl1pPr>
          </a:lstStyle>
          <a:p>
            <a:pPr/>
            <a:r>
              <a:t>2.TABLE OF CONTENT:</a:t>
            </a:r>
          </a:p>
        </p:txBody>
      </p:sp>
    </p:spTree>
  </p:cSld>
  <p:clrMapOvr>
    <a:masterClrMapping/>
  </p:clrMapOvr>
  <p:transition xmlns:p14="http://schemas.microsoft.com/office/powerpoint/2010/main" spd="med" advClick="1"/>
</p:sld>
</file>

<file path=ppt/slides/slide3.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10" name="Title 1"/>
          <p:cNvSpPr txBox="1"/>
          <p:nvPr>
            <p:ph type="title"/>
          </p:nvPr>
        </p:nvSpPr>
        <p:spPr>
          <a:xfrm>
            <a:off x="521207" y="978408"/>
            <a:ext cx="11155682" cy="1463041"/>
          </a:xfrm>
          <a:prstGeom prst="rect">
            <a:avLst/>
          </a:prstGeom>
        </p:spPr>
        <p:txBody>
          <a:bodyPr/>
          <a:lstStyle/>
          <a:p>
            <a:pPr>
              <a:defRPr u="sng">
                <a:solidFill>
                  <a:srgbClr val="0D0D0D"/>
                </a:solidFill>
              </a:defRPr>
            </a:pPr>
            <a:r>
              <a:t>3. </a:t>
            </a:r>
            <a:r>
              <a:rPr sz="4800"/>
              <a:t>ABSTRACT</a:t>
            </a:r>
          </a:p>
        </p:txBody>
      </p:sp>
      <p:sp>
        <p:nvSpPr>
          <p:cNvPr id="111" name="Content Placeholder 2"/>
          <p:cNvSpPr txBox="1"/>
          <p:nvPr>
            <p:ph type="body" idx="1"/>
          </p:nvPr>
        </p:nvSpPr>
        <p:spPr>
          <a:xfrm>
            <a:off x="515012" y="2058217"/>
            <a:ext cx="11155682" cy="3767330"/>
          </a:xfrm>
          <a:prstGeom prst="rect">
            <a:avLst/>
          </a:prstGeom>
        </p:spPr>
        <p:txBody>
          <a:bodyPr/>
          <a:lstStyle/>
          <a:p>
            <a:pPr>
              <a:defRPr sz="2200">
                <a:solidFill>
                  <a:srgbClr val="0D0D0D"/>
                </a:solidFill>
              </a:defRPr>
            </a:pPr>
            <a:r>
              <a:t>The </a:t>
            </a:r>
            <a:r>
              <a:rPr b="1"/>
              <a:t>Soldier Health &amp; Position Tracking System</a:t>
            </a:r>
            <a:r>
              <a:t> is designed to continuously monitor the vital health parameters of soldiers such as heartbeat and body temperature, while simultaneously tracking their real-time geographical location. </a:t>
            </a:r>
          </a:p>
          <a:p>
            <a:pPr>
              <a:defRPr sz="2200">
                <a:solidFill>
                  <a:srgbClr val="0D0D0D"/>
                </a:solidFill>
              </a:defRPr>
            </a:pPr>
            <a:r>
              <a:t>This system is crucial for enhancing soldier safety during missions, enabling command units to react quickly to emergencies and dispatch help efficiently. By incorporating GPS for position data and health sensors for physiological monitoring, the system supports faster decision-making in critical situations.</a:t>
            </a:r>
          </a:p>
        </p:txBody>
      </p:sp>
      <p:sp>
        <p:nvSpPr>
          <p:cNvPr id="112" name="Slide Number"/>
          <p:cNvSpPr txBox="1"/>
          <p:nvPr>
            <p:ph type="sldNum" sz="quarter" idx="4294967295"/>
          </p:nvPr>
        </p:nvSpPr>
        <p:spPr>
          <a:xfrm>
            <a:off x="11929803" y="6486080"/>
            <a:ext cx="167709" cy="231141"/>
          </a:xfrm>
          <a:prstGeom prst="rect">
            <a:avLst/>
          </a:prstGeom>
          <a:extLst>
            <a:ext uri="{C572A759-6A51-4108-AA02-DFA0A04FC94B}">
              <ma14:wrappingTextBoxFlag xmlns:ma14="http://schemas.microsoft.com/office/mac/drawingml/2011/main" val="1"/>
            </a:ext>
          </a:extLst>
        </p:spPr>
        <p:txBody>
          <a:bodyPr/>
          <a:lstStyle/>
          <a:p>
            <a:pPr/>
            <a:fld id="{86CB4B4D-7CA3-9044-876B-883B54F8677D}" type="slidenum"/>
          </a:p>
        </p:txBody>
      </p:sp>
    </p:spTree>
  </p:cSld>
  <p:clrMapOvr>
    <a:masterClrMapping/>
  </p:clrMapOvr>
  <p:transition xmlns:p14="http://schemas.microsoft.com/office/powerpoint/2010/main" spd="med" advClick="1"/>
</p:sld>
</file>

<file path=ppt/slides/slide4.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14" name="Title 1"/>
          <p:cNvSpPr txBox="1"/>
          <p:nvPr>
            <p:ph type="title"/>
          </p:nvPr>
        </p:nvSpPr>
        <p:spPr>
          <a:xfrm>
            <a:off x="521207" y="978408"/>
            <a:ext cx="11155682" cy="1463041"/>
          </a:xfrm>
          <a:prstGeom prst="rect">
            <a:avLst/>
          </a:prstGeom>
        </p:spPr>
        <p:txBody>
          <a:bodyPr/>
          <a:lstStyle>
            <a:lvl1pPr>
              <a:defRPr u="sng"/>
            </a:lvl1pPr>
          </a:lstStyle>
          <a:p>
            <a:pPr/>
            <a:r>
              <a:t>4. EXISTING SYSTEM</a:t>
            </a:r>
          </a:p>
        </p:txBody>
      </p:sp>
      <p:sp>
        <p:nvSpPr>
          <p:cNvPr id="115" name="Content Placeholder 2"/>
          <p:cNvSpPr txBox="1"/>
          <p:nvPr>
            <p:ph type="body" sz="half" idx="1"/>
          </p:nvPr>
        </p:nvSpPr>
        <p:spPr>
          <a:xfrm>
            <a:off x="521207" y="1959095"/>
            <a:ext cx="5833329" cy="4523133"/>
          </a:xfrm>
          <a:prstGeom prst="rect">
            <a:avLst/>
          </a:prstGeom>
        </p:spPr>
        <p:txBody>
          <a:bodyPr/>
          <a:lstStyle/>
          <a:p>
            <a:pPr marL="221742" indent="-221742" defTabSz="886968">
              <a:spcBef>
                <a:spcPts val="900"/>
              </a:spcBef>
              <a:defRPr b="1" sz="1940">
                <a:solidFill>
                  <a:srgbClr val="0D0D0D"/>
                </a:solidFill>
              </a:defRPr>
            </a:pPr>
            <a:r>
              <a:t>Manual Health Monitoring</a:t>
            </a:r>
            <a:br/>
            <a:r>
              <a:rPr b="0"/>
              <a:t>Soldiers’ health conditions are checked manually through periodic communication, with no automated or continuous monitoring of vital parameters.</a:t>
            </a:r>
          </a:p>
          <a:p>
            <a:pPr marL="221742" indent="-221742" defTabSz="886968">
              <a:spcBef>
                <a:spcPts val="900"/>
              </a:spcBef>
              <a:defRPr b="1" sz="1940">
                <a:solidFill>
                  <a:srgbClr val="0D0D0D"/>
                </a:solidFill>
              </a:defRPr>
            </a:pPr>
            <a:r>
              <a:t>Limited Location Tracking</a:t>
            </a:r>
            <a:br/>
            <a:r>
              <a:rPr b="0"/>
              <a:t>Exact real-time position of soldiers is not continuously available; location updates depend on verbal reports or delayed communication.</a:t>
            </a:r>
          </a:p>
          <a:p>
            <a:pPr marL="221742" indent="-221742" defTabSz="886968">
              <a:spcBef>
                <a:spcPts val="900"/>
              </a:spcBef>
              <a:defRPr b="1" sz="1940">
                <a:solidFill>
                  <a:srgbClr val="0D0D0D"/>
                </a:solidFill>
              </a:defRPr>
            </a:pPr>
            <a:r>
              <a:t>Slow Emergency Response</a:t>
            </a:r>
            <a:br/>
            <a:r>
              <a:rPr b="0"/>
              <a:t>In case of injury or health issues, command centers receive information late, increasing the time required to send medical or rescue support.</a:t>
            </a:r>
          </a:p>
        </p:txBody>
      </p:sp>
      <p:sp>
        <p:nvSpPr>
          <p:cNvPr id="116" name="DISADVANTAGES"/>
          <p:cNvSpPr txBox="1"/>
          <p:nvPr/>
        </p:nvSpPr>
        <p:spPr>
          <a:xfrm>
            <a:off x="6674735" y="957712"/>
            <a:ext cx="5323723" cy="701041"/>
          </a:xfrm>
          <a:prstGeom prst="rect">
            <a:avLst/>
          </a:prstGeom>
          <a:ln w="12700">
            <a:miter lim="400000"/>
          </a:ln>
          <a:extLst>
            <a:ext uri="{C572A759-6A51-4108-AA02-DFA0A04FC94B}">
              <ma14:wrappingTextBoxFlag xmlns:ma14="http://schemas.microsoft.com/office/mac/drawingml/2011/main" val="1"/>
            </a:ext>
          </a:extLst>
        </p:spPr>
        <p:txBody>
          <a:bodyPr lIns="45719" rIns="45719">
            <a:spAutoFit/>
          </a:bodyPr>
          <a:lstStyle>
            <a:lvl1pPr>
              <a:defRPr b="1" sz="4000" u="sng"/>
            </a:lvl1pPr>
          </a:lstStyle>
          <a:p>
            <a:pPr/>
            <a:r>
              <a:t>DISADVANTAGES</a:t>
            </a:r>
          </a:p>
        </p:txBody>
      </p:sp>
      <p:sp>
        <p:nvSpPr>
          <p:cNvPr id="117" name="No Real-Time Health Monitoring Soldiers’ vital parameters are not monitored continuously, making it difficult to detect health issues at an early stage.…"/>
          <p:cNvSpPr txBox="1"/>
          <p:nvPr/>
        </p:nvSpPr>
        <p:spPr>
          <a:xfrm>
            <a:off x="6419932" y="1948757"/>
            <a:ext cx="5833329" cy="4800601"/>
          </a:xfrm>
          <a:prstGeom prst="rect">
            <a:avLst/>
          </a:prstGeom>
          <a:ln w="12700">
            <a:miter lim="400000"/>
          </a:ln>
          <a:extLst>
            <a:ext uri="{C572A759-6A51-4108-AA02-DFA0A04FC94B}">
              <ma14:wrappingTextBoxFlag xmlns:ma14="http://schemas.microsoft.com/office/mac/drawingml/2011/main" val="1"/>
            </a:ext>
          </a:extLst>
        </p:spPr>
        <p:txBody>
          <a:bodyPr lIns="45719" rIns="45719">
            <a:spAutoFit/>
          </a:bodyPr>
          <a:lstStyle/>
          <a:p>
            <a:pPr marL="228600" indent="-228600">
              <a:lnSpc>
                <a:spcPct val="110000"/>
              </a:lnSpc>
              <a:spcBef>
                <a:spcPts val="1000"/>
              </a:spcBef>
              <a:buSzPct val="100000"/>
              <a:buFont typeface="Arial"/>
              <a:buChar char="•"/>
              <a:defRPr b="1" sz="2000">
                <a:solidFill>
                  <a:srgbClr val="0D0D0D"/>
                </a:solidFill>
              </a:defRPr>
            </a:pPr>
            <a:r>
              <a:t>No Real-Time Health Monitoring</a:t>
            </a:r>
            <a:br/>
            <a:r>
              <a:rPr b="0"/>
              <a:t>Soldiers’ vital parameters are not monitored continuously, making it difficult to detect health issues at an early stage.</a:t>
            </a:r>
          </a:p>
          <a:p>
            <a:pPr marL="228600" indent="-228600">
              <a:lnSpc>
                <a:spcPct val="110000"/>
              </a:lnSpc>
              <a:spcBef>
                <a:spcPts val="1000"/>
              </a:spcBef>
              <a:buSzPct val="100000"/>
              <a:buFont typeface="Arial"/>
              <a:buChar char="•"/>
              <a:defRPr b="1" sz="2000">
                <a:solidFill>
                  <a:srgbClr val="0D0D0D"/>
                </a:solidFill>
              </a:defRPr>
            </a:pPr>
            <a:r>
              <a:t>Inaccurate or Delayed Location Information</a:t>
            </a:r>
            <a:br/>
            <a:r>
              <a:rPr b="0"/>
              <a:t>Soldier position details depend on manual reporting, which may be delayed or incorrect during combat situations.</a:t>
            </a:r>
          </a:p>
          <a:p>
            <a:pPr marL="228600" indent="-228600">
              <a:lnSpc>
                <a:spcPct val="110000"/>
              </a:lnSpc>
              <a:spcBef>
                <a:spcPts val="1000"/>
              </a:spcBef>
              <a:buSzPct val="100000"/>
              <a:buFont typeface="Arial"/>
              <a:buChar char="•"/>
              <a:defRPr b="1" sz="2000">
                <a:solidFill>
                  <a:srgbClr val="0D0D0D"/>
                </a:solidFill>
              </a:defRPr>
            </a:pPr>
            <a:r>
              <a:t>Slow Emergency Response</a:t>
            </a:r>
            <a:br/>
            <a:r>
              <a:rPr b="0"/>
              <a:t>Lack of instant information increases the time required to provide medical or rescue assistance.</a:t>
            </a:r>
          </a:p>
        </p:txBody>
      </p:sp>
      <p:sp>
        <p:nvSpPr>
          <p:cNvPr id="118" name="Slide Number"/>
          <p:cNvSpPr txBox="1"/>
          <p:nvPr>
            <p:ph type="sldNum" sz="quarter" idx="4294967295"/>
          </p:nvPr>
        </p:nvSpPr>
        <p:spPr>
          <a:xfrm>
            <a:off x="11929803" y="6486080"/>
            <a:ext cx="167709" cy="231141"/>
          </a:xfrm>
          <a:prstGeom prst="rect">
            <a:avLst/>
          </a:prstGeom>
          <a:extLst>
            <a:ext uri="{C572A759-6A51-4108-AA02-DFA0A04FC94B}">
              <ma14:wrappingTextBoxFlag xmlns:ma14="http://schemas.microsoft.com/office/mac/drawingml/2011/main" val="1"/>
            </a:ext>
          </a:extLst>
        </p:spPr>
        <p:txBody>
          <a:bodyPr/>
          <a:lstStyle/>
          <a:p>
            <a:pPr/>
            <a:fld id="{86CB4B4D-7CA3-9044-876B-883B54F8677D}" type="slidenum"/>
          </a:p>
        </p:txBody>
      </p:sp>
    </p:spTree>
  </p:cSld>
  <p:clrMapOvr>
    <a:masterClrMapping/>
  </p:clrMapOvr>
  <p:transition xmlns:p14="http://schemas.microsoft.com/office/powerpoint/2010/main" spd="med" advClick="1"/>
</p:sld>
</file>

<file path=ppt/slides/slide5.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20" name="Title 1"/>
          <p:cNvSpPr txBox="1"/>
          <p:nvPr>
            <p:ph type="title"/>
          </p:nvPr>
        </p:nvSpPr>
        <p:spPr>
          <a:xfrm>
            <a:off x="521207" y="978408"/>
            <a:ext cx="11155682" cy="775383"/>
          </a:xfrm>
          <a:prstGeom prst="rect">
            <a:avLst/>
          </a:prstGeom>
        </p:spPr>
        <p:txBody>
          <a:bodyPr/>
          <a:lstStyle>
            <a:lvl1pPr>
              <a:defRPr u="sng"/>
            </a:lvl1pPr>
          </a:lstStyle>
          <a:p>
            <a:pPr/>
            <a:r>
              <a:t>5. PROPOSED SYSTEM</a:t>
            </a:r>
          </a:p>
        </p:txBody>
      </p:sp>
      <p:sp>
        <p:nvSpPr>
          <p:cNvPr id="121" name="Content Placeholder 2"/>
          <p:cNvSpPr txBox="1"/>
          <p:nvPr>
            <p:ph type="body" sz="half" idx="1"/>
          </p:nvPr>
        </p:nvSpPr>
        <p:spPr>
          <a:xfrm>
            <a:off x="515012" y="1915677"/>
            <a:ext cx="6501923" cy="4487326"/>
          </a:xfrm>
          <a:prstGeom prst="rect">
            <a:avLst/>
          </a:prstGeom>
        </p:spPr>
        <p:txBody>
          <a:bodyPr/>
          <a:lstStyle/>
          <a:p>
            <a:pPr marL="0" indent="0" defTabSz="722376">
              <a:spcBef>
                <a:spcPts val="700"/>
              </a:spcBef>
              <a:buSzTx/>
              <a:buNone/>
              <a:defRPr sz="1580" u="sng">
                <a:solidFill>
                  <a:srgbClr val="0D0D0D"/>
                </a:solidFill>
              </a:defRPr>
            </a:pPr>
            <a:r>
              <a:t>The proposed system integrates sensors and communication modules to automate monitoring and reporting</a:t>
            </a:r>
            <a:r>
              <a:rPr u="none"/>
              <a:t>:</a:t>
            </a:r>
          </a:p>
          <a:p>
            <a:pPr marL="180594" indent="-180594" defTabSz="722376">
              <a:spcBef>
                <a:spcPts val="700"/>
              </a:spcBef>
              <a:defRPr b="1" sz="1580">
                <a:solidFill>
                  <a:srgbClr val="0D0D0D"/>
                </a:solidFill>
              </a:defRPr>
            </a:pPr>
            <a:r>
              <a:t>GPS Module (e.g., Neo-6M)</a:t>
            </a:r>
            <a:r>
              <a:rPr b="0"/>
              <a:t> provides continuous latitude and longitude updates. </a:t>
            </a:r>
          </a:p>
          <a:p>
            <a:pPr marL="180594" indent="-180594" defTabSz="722376">
              <a:spcBef>
                <a:spcPts val="700"/>
              </a:spcBef>
              <a:defRPr b="1" sz="1580">
                <a:solidFill>
                  <a:srgbClr val="0D0D0D"/>
                </a:solidFill>
              </a:defRPr>
            </a:pPr>
            <a:r>
              <a:t>Heartbeat Sensor</a:t>
            </a:r>
            <a:r>
              <a:rPr b="0"/>
              <a:t> measures the pulse rate. </a:t>
            </a:r>
          </a:p>
          <a:p>
            <a:pPr marL="180594" indent="-180594" defTabSz="722376">
              <a:spcBef>
                <a:spcPts val="700"/>
              </a:spcBef>
              <a:defRPr b="1" sz="1580">
                <a:solidFill>
                  <a:srgbClr val="0D0D0D"/>
                </a:solidFill>
              </a:defRPr>
            </a:pPr>
            <a:r>
              <a:t>Temperature Sensor</a:t>
            </a:r>
            <a:r>
              <a:rPr b="0"/>
              <a:t> tracks body temperature. </a:t>
            </a:r>
          </a:p>
          <a:p>
            <a:pPr marL="180594" indent="-180594" defTabSz="722376">
              <a:spcBef>
                <a:spcPts val="700"/>
              </a:spcBef>
              <a:defRPr b="1" sz="1580">
                <a:solidFill>
                  <a:srgbClr val="0D0D0D"/>
                </a:solidFill>
              </a:defRPr>
            </a:pPr>
            <a:r>
              <a:t>GSM Module (e.g., SIM800)</a:t>
            </a:r>
            <a:r>
              <a:rPr b="0"/>
              <a:t> sends the collected data to a remote command centre. </a:t>
            </a:r>
          </a:p>
          <a:p>
            <a:pPr marL="180594" indent="-180594" defTabSz="722376">
              <a:spcBef>
                <a:spcPts val="700"/>
              </a:spcBef>
              <a:defRPr b="1" sz="1580">
                <a:solidFill>
                  <a:srgbClr val="0D0D0D"/>
                </a:solidFill>
              </a:defRPr>
            </a:pPr>
            <a:r>
              <a:t>Microcontroller (e.g.,Arduino)</a:t>
            </a:r>
            <a:r>
              <a:rPr b="0"/>
              <a:t> reads sensor outputs, processes data, and manages communication. </a:t>
            </a:r>
            <a:endParaRPr b="0"/>
          </a:p>
          <a:p>
            <a:pPr marL="180594" indent="-180594" defTabSz="722376">
              <a:spcBef>
                <a:spcPts val="700"/>
              </a:spcBef>
              <a:defRPr sz="1580">
                <a:solidFill>
                  <a:srgbClr val="0D0D0D"/>
                </a:solidFill>
              </a:defRPr>
            </a:pPr>
          </a:p>
          <a:p>
            <a:pPr marL="0" indent="0" defTabSz="722376">
              <a:spcBef>
                <a:spcPts val="700"/>
              </a:spcBef>
              <a:buSzTx/>
              <a:buNone/>
              <a:defRPr sz="1580">
                <a:solidFill>
                  <a:srgbClr val="0D0D0D"/>
                </a:solidFill>
              </a:defRPr>
            </a:pPr>
            <a:r>
              <a:t>Once deployed, the system transmits the soldier’s health metrics and GPS coordinates in real time, enabling rapid response if any parameter crosses a critical threshold.</a:t>
            </a:r>
          </a:p>
        </p:txBody>
      </p:sp>
      <p:sp>
        <p:nvSpPr>
          <p:cNvPr id="122" name="ADVANTAGES"/>
          <p:cNvSpPr txBox="1"/>
          <p:nvPr/>
        </p:nvSpPr>
        <p:spPr>
          <a:xfrm>
            <a:off x="7330962" y="1015578"/>
            <a:ext cx="3708014" cy="701041"/>
          </a:xfrm>
          <a:prstGeom prst="rect">
            <a:avLst/>
          </a:prstGeom>
          <a:ln w="12700">
            <a:miter lim="400000"/>
          </a:ln>
          <a:extLst>
            <a:ext uri="{C572A759-6A51-4108-AA02-DFA0A04FC94B}">
              <ma14:wrappingTextBoxFlag xmlns:ma14="http://schemas.microsoft.com/office/mac/drawingml/2011/main" val="1"/>
            </a:ext>
          </a:extLst>
        </p:spPr>
        <p:txBody>
          <a:bodyPr wrap="none" lIns="45719" rIns="45719">
            <a:spAutoFit/>
          </a:bodyPr>
          <a:lstStyle>
            <a:lvl1pPr>
              <a:defRPr b="1" sz="4000" u="sng"/>
            </a:lvl1pPr>
          </a:lstStyle>
          <a:p>
            <a:pPr/>
            <a:r>
              <a:t> ADVANTAGES</a:t>
            </a:r>
          </a:p>
        </p:txBody>
      </p:sp>
      <p:sp>
        <p:nvSpPr>
          <p:cNvPr id="123" name="Real-Time Monitoring: Soldiers’ location and health status are updated continuously.…"/>
          <p:cNvSpPr txBox="1"/>
          <p:nvPr/>
        </p:nvSpPr>
        <p:spPr>
          <a:xfrm>
            <a:off x="7043143" y="1925163"/>
            <a:ext cx="5339910" cy="3794761"/>
          </a:xfrm>
          <a:prstGeom prst="rect">
            <a:avLst/>
          </a:prstGeom>
          <a:ln w="12700">
            <a:miter lim="400000"/>
          </a:ln>
          <a:extLst>
            <a:ext uri="{C572A759-6A51-4108-AA02-DFA0A04FC94B}">
              <ma14:wrappingTextBoxFlag xmlns:ma14="http://schemas.microsoft.com/office/mac/drawingml/2011/main" val="1"/>
            </a:ext>
          </a:extLst>
        </p:spPr>
        <p:txBody>
          <a:bodyPr lIns="45719" rIns="45719">
            <a:spAutoFit/>
          </a:bodyPr>
          <a:lstStyle/>
          <a:p>
            <a:pPr marL="228600" indent="-228600">
              <a:lnSpc>
                <a:spcPct val="110000"/>
              </a:lnSpc>
              <a:spcBef>
                <a:spcPts val="1000"/>
              </a:spcBef>
              <a:buSzPct val="100000"/>
              <a:buFont typeface="Arial"/>
              <a:buChar char="•"/>
              <a:defRPr b="1" sz="2000">
                <a:solidFill>
                  <a:srgbClr val="0D0D0D"/>
                </a:solidFill>
              </a:defRPr>
            </a:pPr>
            <a:r>
              <a:t>Real-Time Monitoring:</a:t>
            </a:r>
            <a:r>
              <a:rPr b="0"/>
              <a:t> Soldiers’ location and health status are updated continuously. </a:t>
            </a:r>
          </a:p>
          <a:p>
            <a:pPr marL="228600" indent="-228600">
              <a:lnSpc>
                <a:spcPct val="110000"/>
              </a:lnSpc>
              <a:spcBef>
                <a:spcPts val="1000"/>
              </a:spcBef>
              <a:buSzPct val="100000"/>
              <a:buFont typeface="Arial"/>
              <a:buChar char="•"/>
              <a:defRPr b="1" sz="2000">
                <a:solidFill>
                  <a:srgbClr val="0D0D0D"/>
                </a:solidFill>
              </a:defRPr>
            </a:pPr>
            <a:r>
              <a:t>Faster Emergency Response:</a:t>
            </a:r>
            <a:r>
              <a:rPr b="0"/>
              <a:t> Command can dispatch medical or tactical help immediately. </a:t>
            </a:r>
          </a:p>
          <a:p>
            <a:pPr marL="228600" indent="-228600">
              <a:lnSpc>
                <a:spcPct val="110000"/>
              </a:lnSpc>
              <a:spcBef>
                <a:spcPts val="1000"/>
              </a:spcBef>
              <a:buSzPct val="100000"/>
              <a:buFont typeface="Arial"/>
              <a:buChar char="•"/>
              <a:defRPr b="1" sz="2000">
                <a:solidFill>
                  <a:srgbClr val="0D0D0D"/>
                </a:solidFill>
              </a:defRPr>
            </a:pPr>
            <a:r>
              <a:t>Improved Safety:</a:t>
            </a:r>
            <a:r>
              <a:rPr b="0"/>
              <a:t> Immediate alerts when health vitals exceed normal thresholds. </a:t>
            </a:r>
          </a:p>
          <a:p>
            <a:pPr marL="228600" indent="-228600">
              <a:lnSpc>
                <a:spcPct val="110000"/>
              </a:lnSpc>
              <a:spcBef>
                <a:spcPts val="1000"/>
              </a:spcBef>
              <a:buSzPct val="100000"/>
              <a:buFont typeface="Arial"/>
              <a:buChar char="•"/>
              <a:defRPr b="1" sz="2000">
                <a:solidFill>
                  <a:srgbClr val="0D0D0D"/>
                </a:solidFill>
              </a:defRPr>
            </a:pPr>
            <a:r>
              <a:t>Remote Communication:</a:t>
            </a:r>
            <a:r>
              <a:rPr b="0"/>
              <a:t> Data shared through GSM network without manual intervention. </a:t>
            </a:r>
          </a:p>
        </p:txBody>
      </p:sp>
      <p:sp>
        <p:nvSpPr>
          <p:cNvPr id="124" name="Slide Number"/>
          <p:cNvSpPr txBox="1"/>
          <p:nvPr>
            <p:ph type="sldNum" sz="quarter" idx="4294967295"/>
          </p:nvPr>
        </p:nvSpPr>
        <p:spPr>
          <a:xfrm>
            <a:off x="11929803" y="6486080"/>
            <a:ext cx="167709" cy="231141"/>
          </a:xfrm>
          <a:prstGeom prst="rect">
            <a:avLst/>
          </a:prstGeom>
          <a:extLst>
            <a:ext uri="{C572A759-6A51-4108-AA02-DFA0A04FC94B}">
              <ma14:wrappingTextBoxFlag xmlns:ma14="http://schemas.microsoft.com/office/mac/drawingml/2011/main" val="1"/>
            </a:ext>
          </a:extLst>
        </p:spPr>
        <p:txBody>
          <a:bodyPr/>
          <a:lstStyle/>
          <a:p>
            <a:pPr/>
            <a:fld id="{86CB4B4D-7CA3-9044-876B-883B54F8677D}" type="slidenum"/>
          </a:p>
        </p:txBody>
      </p:sp>
    </p:spTree>
  </p:cSld>
  <p:clrMapOvr>
    <a:masterClrMapping/>
  </p:clrMapOvr>
  <p:transition xmlns:p14="http://schemas.microsoft.com/office/powerpoint/2010/main" spd="med" advClick="1"/>
</p:sld>
</file>

<file path=ppt/slides/slide6.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26" name="6. SYSTEM ARCHITECTURE"/>
          <p:cNvSpPr txBox="1"/>
          <p:nvPr/>
        </p:nvSpPr>
        <p:spPr>
          <a:xfrm>
            <a:off x="591764" y="329027"/>
            <a:ext cx="7566085" cy="764541"/>
          </a:xfrm>
          <a:prstGeom prst="rect">
            <a:avLst/>
          </a:prstGeom>
          <a:ln w="12700">
            <a:miter lim="400000"/>
          </a:ln>
          <a:extLst>
            <a:ext uri="{C572A759-6A51-4108-AA02-DFA0A04FC94B}">
              <ma14:wrappingTextBoxFlag xmlns:ma14="http://schemas.microsoft.com/office/mac/drawingml/2011/main" val="1"/>
            </a:ext>
          </a:extLst>
        </p:spPr>
        <p:txBody>
          <a:bodyPr wrap="none" lIns="45719" rIns="45719">
            <a:spAutoFit/>
          </a:bodyPr>
          <a:lstStyle>
            <a:lvl1pPr>
              <a:defRPr b="1" sz="4400"/>
            </a:lvl1pPr>
          </a:lstStyle>
          <a:p>
            <a:pPr/>
            <a:r>
              <a:t>6. SYSTEM ARCHITECTURE</a:t>
            </a:r>
          </a:p>
        </p:txBody>
      </p:sp>
      <p:sp>
        <p:nvSpPr>
          <p:cNvPr id="127" name="Slide Number"/>
          <p:cNvSpPr txBox="1"/>
          <p:nvPr>
            <p:ph type="sldNum" sz="quarter" idx="4294967295"/>
          </p:nvPr>
        </p:nvSpPr>
        <p:spPr>
          <a:xfrm>
            <a:off x="11929803" y="6486080"/>
            <a:ext cx="167709" cy="231141"/>
          </a:xfrm>
          <a:prstGeom prst="rect">
            <a:avLst/>
          </a:prstGeom>
          <a:extLst>
            <a:ext uri="{C572A759-6A51-4108-AA02-DFA0A04FC94B}">
              <ma14:wrappingTextBoxFlag xmlns:ma14="http://schemas.microsoft.com/office/mac/drawingml/2011/main" val="1"/>
            </a:ext>
          </a:extLst>
        </p:spPr>
        <p:txBody>
          <a:bodyPr/>
          <a:lstStyle/>
          <a:p>
            <a:pPr/>
            <a:fld id="{86CB4B4D-7CA3-9044-876B-883B54F8677D}" type="slidenum"/>
          </a:p>
        </p:txBody>
      </p:sp>
      <p:pic>
        <p:nvPicPr>
          <p:cNvPr id="128" name="pasted-movie.heic" descr="pasted-movie.heic"/>
          <p:cNvPicPr>
            <a:picLocks noChangeAspect="1"/>
          </p:cNvPicPr>
          <p:nvPr/>
        </p:nvPicPr>
        <p:blipFill>
          <a:blip r:embed="rId2">
            <a:extLst/>
          </a:blip>
          <a:stretch>
            <a:fillRect/>
          </a:stretch>
        </p:blipFill>
        <p:spPr>
          <a:xfrm>
            <a:off x="1965555" y="1088360"/>
            <a:ext cx="8260890" cy="5507260"/>
          </a:xfrm>
          <a:prstGeom prst="rect">
            <a:avLst/>
          </a:prstGeom>
          <a:ln w="12700">
            <a:miter lim="400000"/>
          </a:ln>
        </p:spPr>
      </p:pic>
    </p:spTree>
  </p:cSld>
  <p:clrMapOvr>
    <a:masterClrMapping/>
  </p:clrMapOvr>
  <p:transition xmlns:p14="http://schemas.microsoft.com/office/powerpoint/2010/main" spd="med" advClick="1"/>
</p:sld>
</file>

<file path=ppt/slides/slide7.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30" name="TextBox 3"/>
          <p:cNvSpPr txBox="1"/>
          <p:nvPr/>
        </p:nvSpPr>
        <p:spPr>
          <a:xfrm>
            <a:off x="5937280" y="1920487"/>
            <a:ext cx="5762949" cy="396241"/>
          </a:xfrm>
          <a:prstGeom prst="rect">
            <a:avLst/>
          </a:prstGeom>
          <a:ln w="12700">
            <a:miter lim="400000"/>
          </a:ln>
        </p:spPr>
        <p:txBody>
          <a:bodyPr lIns="45719" rIns="45719">
            <a:spAutoFit/>
          </a:bodyPr>
          <a:lstStyle/>
          <a:p>
            <a:pPr>
              <a:defRPr sz="2000">
                <a:solidFill>
                  <a:srgbClr val="0D0D0D"/>
                </a:solidFill>
              </a:defRPr>
            </a:pPr>
          </a:p>
        </p:txBody>
      </p:sp>
      <p:sp>
        <p:nvSpPr>
          <p:cNvPr id="131" name="USE CASE DIAGRAM"/>
          <p:cNvSpPr txBox="1"/>
          <p:nvPr/>
        </p:nvSpPr>
        <p:spPr>
          <a:xfrm>
            <a:off x="444019" y="747454"/>
            <a:ext cx="2390588" cy="370841"/>
          </a:xfrm>
          <a:prstGeom prst="rect">
            <a:avLst/>
          </a:prstGeom>
          <a:ln w="12700">
            <a:miter lim="400000"/>
          </a:ln>
          <a:extLst>
            <a:ext uri="{C572A759-6A51-4108-AA02-DFA0A04FC94B}">
              <ma14:wrappingTextBoxFlag xmlns:ma14="http://schemas.microsoft.com/office/mac/drawingml/2011/main" val="1"/>
            </a:ext>
          </a:extLst>
        </p:spPr>
        <p:txBody>
          <a:bodyPr wrap="none" lIns="45719" rIns="45719">
            <a:spAutoFit/>
          </a:bodyPr>
          <a:lstStyle/>
          <a:p>
            <a:pPr/>
            <a:r>
              <a:t>USE CASE DIAGRAM</a:t>
            </a:r>
          </a:p>
        </p:txBody>
      </p:sp>
      <p:pic>
        <p:nvPicPr>
          <p:cNvPr id="132" name="Screenshot 2026-03-23 at 9.37.56 AM.png" descr="Screenshot 2026-03-23 at 9.37.56 AM.png"/>
          <p:cNvPicPr>
            <a:picLocks noChangeAspect="1"/>
          </p:cNvPicPr>
          <p:nvPr/>
        </p:nvPicPr>
        <p:blipFill>
          <a:blip r:embed="rId2">
            <a:extLst/>
          </a:blip>
          <a:stretch>
            <a:fillRect/>
          </a:stretch>
        </p:blipFill>
        <p:spPr>
          <a:xfrm>
            <a:off x="2475081" y="1087284"/>
            <a:ext cx="8781482" cy="5698942"/>
          </a:xfrm>
          <a:prstGeom prst="rect">
            <a:avLst/>
          </a:prstGeom>
          <a:ln w="12700">
            <a:miter lim="400000"/>
          </a:ln>
        </p:spPr>
      </p:pic>
      <p:sp>
        <p:nvSpPr>
          <p:cNvPr id="133" name="7. UML DIAGRAMS"/>
          <p:cNvSpPr txBox="1"/>
          <p:nvPr/>
        </p:nvSpPr>
        <p:spPr>
          <a:xfrm>
            <a:off x="3370083" y="179016"/>
            <a:ext cx="4553135" cy="688341"/>
          </a:xfrm>
          <a:prstGeom prst="rect">
            <a:avLst/>
          </a:prstGeom>
          <a:ln w="12700">
            <a:miter lim="400000"/>
          </a:ln>
          <a:extLst>
            <a:ext uri="{C572A759-6A51-4108-AA02-DFA0A04FC94B}">
              <ma14:wrappingTextBoxFlag xmlns:ma14="http://schemas.microsoft.com/office/mac/drawingml/2011/main" val="1"/>
            </a:ext>
          </a:extLst>
        </p:spPr>
        <p:txBody>
          <a:bodyPr wrap="none" lIns="45719" rIns="45719">
            <a:spAutoFit/>
          </a:bodyPr>
          <a:lstStyle>
            <a:lvl1pPr>
              <a:defRPr b="1" sz="3900" u="sng"/>
            </a:lvl1pPr>
          </a:lstStyle>
          <a:p>
            <a:pPr/>
            <a:r>
              <a:t>7. UML DIAGRAMS</a:t>
            </a:r>
          </a:p>
        </p:txBody>
      </p:sp>
    </p:spTree>
  </p:cSld>
  <p:clrMapOvr>
    <a:masterClrMapping/>
  </p:clrMapOvr>
  <p:transition xmlns:p14="http://schemas.microsoft.com/office/powerpoint/2010/main" spd="med" advClick="1"/>
</p:sld>
</file>

<file path=ppt/slides/slide8.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pic>
        <p:nvPicPr>
          <p:cNvPr id="135" name="pasted-movie.heic" descr="pasted-movie.heic"/>
          <p:cNvPicPr>
            <a:picLocks noChangeAspect="1"/>
          </p:cNvPicPr>
          <p:nvPr/>
        </p:nvPicPr>
        <p:blipFill>
          <a:blip r:embed="rId2">
            <a:extLst/>
          </a:blip>
          <a:stretch>
            <a:fillRect/>
          </a:stretch>
        </p:blipFill>
        <p:spPr>
          <a:xfrm>
            <a:off x="2200862" y="762381"/>
            <a:ext cx="8005592" cy="5999191"/>
          </a:xfrm>
          <a:prstGeom prst="rect">
            <a:avLst/>
          </a:prstGeom>
          <a:ln w="12700">
            <a:miter lim="400000"/>
          </a:ln>
        </p:spPr>
      </p:pic>
      <p:sp>
        <p:nvSpPr>
          <p:cNvPr id="136" name="CLASS DIAGRAM"/>
          <p:cNvSpPr txBox="1"/>
          <p:nvPr/>
        </p:nvSpPr>
        <p:spPr>
          <a:xfrm>
            <a:off x="4606871" y="149807"/>
            <a:ext cx="2715299" cy="472441"/>
          </a:xfrm>
          <a:prstGeom prst="rect">
            <a:avLst/>
          </a:prstGeom>
          <a:ln w="12700">
            <a:miter lim="400000"/>
          </a:ln>
          <a:extLst>
            <a:ext uri="{C572A759-6A51-4108-AA02-DFA0A04FC94B}">
              <ma14:wrappingTextBoxFlag xmlns:ma14="http://schemas.microsoft.com/office/mac/drawingml/2011/main" val="1"/>
            </a:ext>
          </a:extLst>
        </p:spPr>
        <p:txBody>
          <a:bodyPr wrap="none" lIns="45719" rIns="45719">
            <a:spAutoFit/>
          </a:bodyPr>
          <a:lstStyle>
            <a:lvl1pPr>
              <a:defRPr sz="2500"/>
            </a:lvl1pPr>
          </a:lstStyle>
          <a:p>
            <a:pPr/>
            <a:r>
              <a:t>CLASS DIAGRAM</a:t>
            </a:r>
          </a:p>
        </p:txBody>
      </p:sp>
      <p:pic>
        <p:nvPicPr>
          <p:cNvPr id="137" name="pasted-movie.heic" descr="pasted-movie.heic"/>
          <p:cNvPicPr>
            <a:picLocks noChangeAspect="1"/>
          </p:cNvPicPr>
          <p:nvPr/>
        </p:nvPicPr>
        <p:blipFill>
          <a:blip r:embed="rId3">
            <a:extLst/>
          </a:blip>
          <a:stretch>
            <a:fillRect/>
          </a:stretch>
        </p:blipFill>
        <p:spPr>
          <a:xfrm>
            <a:off x="1446575" y="762381"/>
            <a:ext cx="9298850" cy="6199234"/>
          </a:xfrm>
          <a:prstGeom prst="rect">
            <a:avLst/>
          </a:prstGeom>
          <a:ln w="12700">
            <a:miter lim="400000"/>
          </a:ln>
        </p:spPr>
      </p:pic>
    </p:spTree>
  </p:cSld>
  <p:clrMapOvr>
    <a:masterClrMapping/>
  </p:clrMapOvr>
  <p:transition xmlns:p14="http://schemas.microsoft.com/office/powerpoint/2010/main" spd="med" advClick="1"/>
</p:sld>
</file>

<file path=ppt/slides/slide9.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pic>
        <p:nvPicPr>
          <p:cNvPr id="139" name="Screenshot 2026-03-23 at 9.41.34 AM.png" descr="Screenshot 2026-03-23 at 9.41.34 AM.png"/>
          <p:cNvPicPr>
            <a:picLocks noChangeAspect="1"/>
          </p:cNvPicPr>
          <p:nvPr/>
        </p:nvPicPr>
        <p:blipFill>
          <a:blip r:embed="rId2">
            <a:extLst/>
          </a:blip>
          <a:stretch>
            <a:fillRect/>
          </a:stretch>
        </p:blipFill>
        <p:spPr>
          <a:xfrm>
            <a:off x="633869" y="527741"/>
            <a:ext cx="10924262" cy="7089548"/>
          </a:xfrm>
          <a:prstGeom prst="rect">
            <a:avLst/>
          </a:prstGeom>
          <a:ln w="12700">
            <a:miter lim="400000"/>
          </a:ln>
        </p:spPr>
      </p:pic>
      <p:sp>
        <p:nvSpPr>
          <p:cNvPr id="140" name="SEQUENCE DIAGRAM"/>
          <p:cNvSpPr txBox="1"/>
          <p:nvPr/>
        </p:nvSpPr>
        <p:spPr>
          <a:xfrm>
            <a:off x="4337212" y="71127"/>
            <a:ext cx="3517576" cy="472441"/>
          </a:xfrm>
          <a:prstGeom prst="rect">
            <a:avLst/>
          </a:prstGeom>
          <a:ln w="12700">
            <a:miter lim="400000"/>
          </a:ln>
          <a:extLst>
            <a:ext uri="{C572A759-6A51-4108-AA02-DFA0A04FC94B}">
              <ma14:wrappingTextBoxFlag xmlns:ma14="http://schemas.microsoft.com/office/mac/drawingml/2011/main" val="1"/>
            </a:ext>
          </a:extLst>
        </p:spPr>
        <p:txBody>
          <a:bodyPr wrap="none" lIns="45719" rIns="45719">
            <a:spAutoFit/>
          </a:bodyPr>
          <a:lstStyle>
            <a:lvl1pPr defTabSz="12700">
              <a:tabLst>
                <a:tab pos="355600" algn="l"/>
                <a:tab pos="711200" algn="l"/>
                <a:tab pos="1066800" algn="l"/>
                <a:tab pos="1422400" algn="l"/>
                <a:tab pos="1778000" algn="l"/>
                <a:tab pos="2133600" algn="l"/>
                <a:tab pos="2489200" algn="l"/>
                <a:tab pos="2844800" algn="l"/>
                <a:tab pos="3200400" algn="l"/>
                <a:tab pos="3556000" algn="l"/>
                <a:tab pos="3911600" algn="l"/>
                <a:tab pos="4267200" algn="l"/>
              </a:tabLst>
              <a:defRPr b="1" sz="2500">
                <a:latin typeface="Times Roman"/>
                <a:ea typeface="Times Roman"/>
                <a:cs typeface="Times Roman"/>
                <a:sym typeface="Times Roman"/>
              </a:defRPr>
            </a:lvl1pPr>
          </a:lstStyle>
          <a:p>
            <a:pPr/>
            <a:r>
              <a:t>SEQUENCE DIAGRAM</a:t>
            </a:r>
          </a:p>
        </p:txBody>
      </p:sp>
    </p:spTree>
  </p:cSld>
  <p:clrMapOvr>
    <a:masterClrMapping/>
  </p:clrMapOvr>
  <p:transition xmlns:p14="http://schemas.microsoft.com/office/powerpoint/2010/main" spd="med" advClick="1"/>
</p:sld>
</file>

<file path=ppt/slides/slide10.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pic>
        <p:nvPicPr>
          <p:cNvPr id="142" name="Screenshot 2026-03-23 at 9.43.22 AM.png" descr="Screenshot 2026-03-23 at 9.43.22 AM.png"/>
          <p:cNvPicPr>
            <a:picLocks noChangeAspect="1"/>
          </p:cNvPicPr>
          <p:nvPr/>
        </p:nvPicPr>
        <p:blipFill>
          <a:blip r:embed="rId2">
            <a:extLst/>
          </a:blip>
          <a:stretch>
            <a:fillRect/>
          </a:stretch>
        </p:blipFill>
        <p:spPr>
          <a:xfrm>
            <a:off x="4689610" y="1005359"/>
            <a:ext cx="7416801" cy="5245101"/>
          </a:xfrm>
          <a:prstGeom prst="rect">
            <a:avLst/>
          </a:prstGeom>
          <a:ln w="12700">
            <a:miter lim="400000"/>
          </a:ln>
        </p:spPr>
      </p:pic>
      <p:sp>
        <p:nvSpPr>
          <p:cNvPr id="143" name="COMPONENT DIAGRAM"/>
          <p:cNvSpPr txBox="1"/>
          <p:nvPr/>
        </p:nvSpPr>
        <p:spPr>
          <a:xfrm>
            <a:off x="766666" y="993629"/>
            <a:ext cx="4616238" cy="561341"/>
          </a:xfrm>
          <a:prstGeom prst="rect">
            <a:avLst/>
          </a:prstGeom>
          <a:ln w="12700">
            <a:miter lim="400000"/>
          </a:ln>
          <a:extLst>
            <a:ext uri="{C572A759-6A51-4108-AA02-DFA0A04FC94B}">
              <ma14:wrappingTextBoxFlag xmlns:ma14="http://schemas.microsoft.com/office/mac/drawingml/2011/main" val="1"/>
            </a:ext>
          </a:extLst>
        </p:spPr>
        <p:txBody>
          <a:bodyPr wrap="none" lIns="45719" rIns="45719">
            <a:spAutoFit/>
          </a:bodyPr>
          <a:lstStyle>
            <a:lvl1pPr defTabSz="12700">
              <a:tabLst>
                <a:tab pos="355600" algn="l"/>
                <a:tab pos="711200" algn="l"/>
                <a:tab pos="1066800" algn="l"/>
                <a:tab pos="1422400" algn="l"/>
                <a:tab pos="1778000" algn="l"/>
                <a:tab pos="2133600" algn="l"/>
                <a:tab pos="2489200" algn="l"/>
                <a:tab pos="2844800" algn="l"/>
                <a:tab pos="3200400" algn="l"/>
                <a:tab pos="3556000" algn="l"/>
                <a:tab pos="3911600" algn="l"/>
                <a:tab pos="4267200" algn="l"/>
              </a:tabLst>
              <a:defRPr b="1" sz="3000">
                <a:latin typeface="Times Roman"/>
                <a:ea typeface="Times Roman"/>
                <a:cs typeface="Times Roman"/>
                <a:sym typeface="Times Roman"/>
              </a:defRPr>
            </a:lvl1pPr>
          </a:lstStyle>
          <a:p>
            <a:pPr/>
            <a:r>
              <a:t>COMPONENT DIAGRAM</a:t>
            </a:r>
          </a:p>
        </p:txBody>
      </p:sp>
      <p:sp>
        <p:nvSpPr>
          <p:cNvPr id="144" name="Slide Number"/>
          <p:cNvSpPr txBox="1"/>
          <p:nvPr>
            <p:ph type="sldNum" sz="quarter" idx="4294967295"/>
          </p:nvPr>
        </p:nvSpPr>
        <p:spPr>
          <a:prstGeom prst="rect">
            <a:avLst/>
          </a:prstGeom>
          <a:extLst>
            <a:ext uri="{C572A759-6A51-4108-AA02-DFA0A04FC94B}">
              <ma14:wrappingTextBoxFlag xmlns:ma14="http://schemas.microsoft.com/office/mac/drawingml/2011/main" val="1"/>
            </a:ext>
          </a:extLst>
        </p:spPr>
        <p:txBody>
          <a:bodyPr/>
          <a:lstStyle/>
          <a:p>
            <a:pPr/>
            <a:fld id="{86CB4B4D-7CA3-9044-876B-883B54F8677D}" type="slidenum"/>
          </a:p>
        </p:txBody>
      </p:sp>
    </p:spTree>
  </p:cSld>
  <p:clrMapOvr>
    <a:masterClrMapping/>
  </p:clrMapOvr>
  <p:transition xmlns:p14="http://schemas.microsoft.com/office/powerpoint/2010/main" spd="med" advClick="1"/>
</p:sld>
</file>

<file path=ppt/slides/slide11.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pic>
        <p:nvPicPr>
          <p:cNvPr id="146" name="Screenshot 2026-03-23 at 9.47.19 AM.png" descr="Screenshot 2026-03-23 at 9.47.19 AM.png"/>
          <p:cNvPicPr>
            <a:picLocks noChangeAspect="1"/>
          </p:cNvPicPr>
          <p:nvPr/>
        </p:nvPicPr>
        <p:blipFill>
          <a:blip r:embed="rId2">
            <a:extLst/>
          </a:blip>
          <a:stretch>
            <a:fillRect/>
          </a:stretch>
        </p:blipFill>
        <p:spPr>
          <a:xfrm>
            <a:off x="4511207" y="1281530"/>
            <a:ext cx="7416801" cy="5245101"/>
          </a:xfrm>
          <a:prstGeom prst="rect">
            <a:avLst/>
          </a:prstGeom>
          <a:ln w="12700">
            <a:miter lim="400000"/>
          </a:ln>
        </p:spPr>
      </p:pic>
      <p:sp>
        <p:nvSpPr>
          <p:cNvPr id="147" name="ACTIVITY DIAGRAM"/>
          <p:cNvSpPr txBox="1"/>
          <p:nvPr/>
        </p:nvSpPr>
        <p:spPr>
          <a:xfrm>
            <a:off x="461447" y="1028167"/>
            <a:ext cx="4070038" cy="561341"/>
          </a:xfrm>
          <a:prstGeom prst="rect">
            <a:avLst/>
          </a:prstGeom>
          <a:ln w="12700">
            <a:miter lim="400000"/>
          </a:ln>
          <a:extLst>
            <a:ext uri="{C572A759-6A51-4108-AA02-DFA0A04FC94B}">
              <ma14:wrappingTextBoxFlag xmlns:ma14="http://schemas.microsoft.com/office/mac/drawingml/2011/main" val="1"/>
            </a:ext>
          </a:extLst>
        </p:spPr>
        <p:txBody>
          <a:bodyPr wrap="none" lIns="45719" rIns="45719">
            <a:spAutoFit/>
          </a:bodyPr>
          <a:lstStyle>
            <a:lvl1pPr defTabSz="12700">
              <a:tabLst>
                <a:tab pos="355600" algn="l"/>
                <a:tab pos="711200" algn="l"/>
                <a:tab pos="1066800" algn="l"/>
                <a:tab pos="1422400" algn="l"/>
                <a:tab pos="1778000" algn="l"/>
                <a:tab pos="2133600" algn="l"/>
                <a:tab pos="2489200" algn="l"/>
                <a:tab pos="2844800" algn="l"/>
                <a:tab pos="3200400" algn="l"/>
                <a:tab pos="3556000" algn="l"/>
                <a:tab pos="3911600" algn="l"/>
                <a:tab pos="4267200" algn="l"/>
              </a:tabLst>
              <a:defRPr b="1" sz="3000">
                <a:latin typeface="Times Roman"/>
                <a:ea typeface="Times Roman"/>
                <a:cs typeface="Times Roman"/>
                <a:sym typeface="Times Roman"/>
              </a:defRPr>
            </a:lvl1pPr>
          </a:lstStyle>
          <a:p>
            <a:pPr/>
            <a:r>
              <a:t> ACTIVITY DIAGRAM</a:t>
            </a:r>
          </a:p>
        </p:txBody>
      </p:sp>
      <p:sp>
        <p:nvSpPr>
          <p:cNvPr id="148" name="Slide Number"/>
          <p:cNvSpPr txBox="1"/>
          <p:nvPr>
            <p:ph type="sldNum" sz="quarter" idx="4294967295"/>
          </p:nvPr>
        </p:nvSpPr>
        <p:spPr>
          <a:xfrm>
            <a:off x="11874662" y="6486080"/>
            <a:ext cx="222850" cy="231141"/>
          </a:xfrm>
          <a:prstGeom prst="rect">
            <a:avLst/>
          </a:prstGeom>
          <a:extLst>
            <a:ext uri="{C572A759-6A51-4108-AA02-DFA0A04FC94B}">
              <ma14:wrappingTextBoxFlag xmlns:ma14="http://schemas.microsoft.com/office/mac/drawingml/2011/main" val="1"/>
            </a:ext>
          </a:extLst>
        </p:spPr>
        <p:txBody>
          <a:bodyPr/>
          <a:lstStyle/>
          <a:p>
            <a:pPr/>
            <a:fld id="{86CB4B4D-7CA3-9044-876B-883B54F8677D}" type="slidenum"/>
          </a:p>
        </p:txBody>
      </p:sp>
    </p:spTree>
  </p:cSld>
  <p:clrMapOvr>
    <a:masterClrMapping/>
  </p:clrMapOvr>
  <p:transition xmlns:p14="http://schemas.microsoft.com/office/powerpoint/2010/main" spd="med" advClick="1"/>
</p:sld>
</file>

<file path=ppt/slides/slide12.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50" name="8. IMPLEMENTATION"/>
          <p:cNvSpPr txBox="1"/>
          <p:nvPr/>
        </p:nvSpPr>
        <p:spPr>
          <a:xfrm>
            <a:off x="540471" y="835239"/>
            <a:ext cx="4069852" cy="561341"/>
          </a:xfrm>
          <a:prstGeom prst="rect">
            <a:avLst/>
          </a:prstGeom>
          <a:ln w="12700">
            <a:miter lim="400000"/>
          </a:ln>
          <a:extLst>
            <a:ext uri="{C572A759-6A51-4108-AA02-DFA0A04FC94B}">
              <ma14:wrappingTextBoxFlag xmlns:ma14="http://schemas.microsoft.com/office/mac/drawingml/2011/main" val="1"/>
            </a:ext>
          </a:extLst>
        </p:spPr>
        <p:txBody>
          <a:bodyPr wrap="none" lIns="45719" rIns="45719">
            <a:spAutoFit/>
          </a:bodyPr>
          <a:lstStyle>
            <a:lvl1pPr defTabSz="12700">
              <a:tabLst>
                <a:tab pos="355600" algn="l"/>
                <a:tab pos="711200" algn="l"/>
                <a:tab pos="1066800" algn="l"/>
                <a:tab pos="1422400" algn="l"/>
                <a:tab pos="1778000" algn="l"/>
                <a:tab pos="2133600" algn="l"/>
                <a:tab pos="2489200" algn="l"/>
                <a:tab pos="2844800" algn="l"/>
                <a:tab pos="3200400" algn="l"/>
                <a:tab pos="3556000" algn="l"/>
                <a:tab pos="3911600" algn="l"/>
                <a:tab pos="4267200" algn="l"/>
              </a:tabLst>
              <a:defRPr b="1" sz="3000">
                <a:latin typeface="Times Roman"/>
                <a:ea typeface="Times Roman"/>
                <a:cs typeface="Times Roman"/>
                <a:sym typeface="Times Roman"/>
              </a:defRPr>
            </a:lvl1pPr>
          </a:lstStyle>
          <a:p>
            <a:pPr/>
            <a:r>
              <a:t>8. IMPLEMENTATION</a:t>
            </a:r>
          </a:p>
        </p:txBody>
      </p:sp>
      <p:sp>
        <p:nvSpPr>
          <p:cNvPr id="151" name="1. The implementation phase involves building the Soldier Health and Position Tracking System by integrating hardware components like sensors, GPS, microcontroller, and communication modules. Sensors collect health data (heart rate, temperature), while t"/>
          <p:cNvSpPr txBox="1"/>
          <p:nvPr/>
        </p:nvSpPr>
        <p:spPr>
          <a:xfrm>
            <a:off x="808156" y="1737217"/>
            <a:ext cx="9907697" cy="1780541"/>
          </a:xfrm>
          <a:prstGeom prst="rect">
            <a:avLst/>
          </a:prstGeom>
          <a:ln w="12700">
            <a:miter lim="400000"/>
          </a:ln>
          <a:extLst>
            <a:ext uri="{C572A759-6A51-4108-AA02-DFA0A04FC94B}">
              <ma14:wrappingTextBoxFlag xmlns:ma14="http://schemas.microsoft.com/office/mac/drawingml/2011/main" val="1"/>
            </a:ext>
          </a:extLst>
        </p:spPr>
        <p:txBody>
          <a:bodyPr lIns="45719" rIns="45719">
            <a:spAutoFit/>
          </a:bodyPr>
          <a:lstStyle>
            <a:lvl1pPr algn="just" defTabSz="457200">
              <a:lnSpc>
                <a:spcPct val="150000"/>
              </a:lnSpc>
              <a:defRPr sz="1600">
                <a:latin typeface="Times Roman"/>
                <a:ea typeface="Times Roman"/>
                <a:cs typeface="Times Roman"/>
                <a:sym typeface="Times Roman"/>
              </a:defRPr>
            </a:lvl1pPr>
          </a:lstStyle>
          <a:p>
            <a:pPr/>
            <a:r>
              <a:t>1. The implementation phase involves building the Soldier Health and Position Tracking System by integrating hardware components like sensors, GPS, microcontroller, and communication modules. Sensors collect health data (heart rate, temperature), while the GPS tracks the soldier’s location. The microcontroller processes this data and sends it to a monitoring station via GSM or RF. The system is tested to ensure proper communication and reliable performance, providing accurate health and location information during missions.</a:t>
            </a:r>
          </a:p>
        </p:txBody>
      </p:sp>
      <p:sp>
        <p:nvSpPr>
          <p:cNvPr id="152" name="2. Testing is performed during the implementation phase to ensure that all components work correctly and communicate effectively with each other. Proper integration of hardware and software ensures that the system operates reliably and provides accurate "/>
          <p:cNvSpPr txBox="1"/>
          <p:nvPr/>
        </p:nvSpPr>
        <p:spPr>
          <a:xfrm>
            <a:off x="846829" y="3858396"/>
            <a:ext cx="9830352" cy="1056641"/>
          </a:xfrm>
          <a:prstGeom prst="rect">
            <a:avLst/>
          </a:prstGeom>
          <a:ln w="12700">
            <a:miter lim="400000"/>
          </a:ln>
          <a:extLst>
            <a:ext uri="{C572A759-6A51-4108-AA02-DFA0A04FC94B}">
              <ma14:wrappingTextBoxFlag xmlns:ma14="http://schemas.microsoft.com/office/mac/drawingml/2011/main" val="1"/>
            </a:ext>
          </a:extLst>
        </p:spPr>
        <p:txBody>
          <a:bodyPr lIns="45719" rIns="45719">
            <a:spAutoFit/>
          </a:bodyPr>
          <a:lstStyle>
            <a:lvl1pPr algn="just" defTabSz="12700">
              <a:lnSpc>
                <a:spcPct val="150000"/>
              </a:lnSpc>
              <a:tabLst>
                <a:tab pos="355600" algn="l"/>
                <a:tab pos="711200" algn="l"/>
                <a:tab pos="1066800" algn="l"/>
                <a:tab pos="1422400" algn="l"/>
                <a:tab pos="1778000" algn="l"/>
                <a:tab pos="2133600" algn="l"/>
                <a:tab pos="2489200" algn="l"/>
                <a:tab pos="2844800" algn="l"/>
                <a:tab pos="3200400" algn="l"/>
                <a:tab pos="3556000" algn="l"/>
                <a:tab pos="3911600" algn="l"/>
                <a:tab pos="4267200" algn="l"/>
              </a:tabLst>
              <a:defRPr sz="1600">
                <a:latin typeface="Times Roman"/>
                <a:ea typeface="Times Roman"/>
                <a:cs typeface="Times Roman"/>
                <a:sym typeface="Times Roman"/>
              </a:defRPr>
            </a:lvl1pPr>
          </a:lstStyle>
          <a:p>
            <a:pPr/>
            <a:r>
              <a:t>2. Testing is performed during the implementation phase to ensure that all components work correctly and communicate effectively with each other. Proper integration of hardware and software ensures that the system operates reliably and provides accurate information during military missions..</a:t>
            </a:r>
          </a:p>
        </p:txBody>
      </p:sp>
      <p:sp>
        <p:nvSpPr>
          <p:cNvPr id="153" name="Slide Number"/>
          <p:cNvSpPr txBox="1"/>
          <p:nvPr>
            <p:ph type="sldNum" sz="quarter" idx="4294967295"/>
          </p:nvPr>
        </p:nvSpPr>
        <p:spPr>
          <a:prstGeom prst="rect">
            <a:avLst/>
          </a:prstGeom>
          <a:extLst>
            <a:ext uri="{C572A759-6A51-4108-AA02-DFA0A04FC94B}">
              <ma14:wrappingTextBoxFlag xmlns:ma14="http://schemas.microsoft.com/office/mac/drawingml/2011/main" val="1"/>
            </a:ext>
          </a:extLst>
        </p:spPr>
        <p:txBody>
          <a:bodyPr/>
          <a:lstStyle/>
          <a:p>
            <a:pPr/>
            <a:fld id="{86CB4B4D-7CA3-9044-876B-883B54F8677D}" type="slidenum"/>
          </a:p>
        </p:txBody>
      </p:sp>
    </p:spTree>
  </p:cSld>
  <p:clrMapOvr>
    <a:masterClrMapping/>
  </p:clrMapOvr>
  <p:transition xmlns:p14="http://schemas.microsoft.com/office/powerpoint/2010/main" spd="med" advClick="1"/>
</p:sld>
</file>

<file path=ppt/slides/slide13.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55" name="9. RESULTS"/>
          <p:cNvSpPr txBox="1"/>
          <p:nvPr>
            <p:ph type="title"/>
          </p:nvPr>
        </p:nvSpPr>
        <p:spPr>
          <a:xfrm>
            <a:off x="862405" y="840255"/>
            <a:ext cx="1943651" cy="398639"/>
          </a:xfrm>
          <a:prstGeom prst="rect">
            <a:avLst/>
          </a:prstGeom>
        </p:spPr>
        <p:txBody>
          <a:bodyPr/>
          <a:lstStyle>
            <a:lvl1pPr>
              <a:tabLst>
                <a:tab pos="139700" algn="l"/>
                <a:tab pos="279400" algn="l"/>
                <a:tab pos="419100" algn="l"/>
                <a:tab pos="558800" algn="l"/>
                <a:tab pos="711200" algn="l"/>
                <a:tab pos="850900" algn="l"/>
                <a:tab pos="990600" algn="l"/>
                <a:tab pos="1130300" algn="l"/>
                <a:tab pos="1270000" algn="l"/>
                <a:tab pos="1422400" algn="l"/>
                <a:tab pos="1562100" algn="l"/>
                <a:tab pos="1701800" algn="l"/>
              </a:tabLst>
              <a:defRPr sz="2400">
                <a:latin typeface="Times Roman"/>
                <a:ea typeface="Times Roman"/>
                <a:cs typeface="Times Roman"/>
                <a:sym typeface="Times Roman"/>
              </a:defRPr>
            </a:lvl1pPr>
          </a:lstStyle>
          <a:p>
            <a:pPr/>
            <a:r>
              <a:t>9. RESULTS</a:t>
            </a:r>
          </a:p>
        </p:txBody>
      </p:sp>
      <p:pic>
        <p:nvPicPr>
          <p:cNvPr id="156" name="Screenshot 2026-03-23 at 9.54.56 AM.png" descr="Screenshot 2026-03-23 at 9.54.56 AM.png"/>
          <p:cNvPicPr>
            <a:picLocks noChangeAspect="1"/>
          </p:cNvPicPr>
          <p:nvPr/>
        </p:nvPicPr>
        <p:blipFill>
          <a:blip r:embed="rId2">
            <a:extLst/>
          </a:blip>
          <a:stretch>
            <a:fillRect/>
          </a:stretch>
        </p:blipFill>
        <p:spPr>
          <a:xfrm>
            <a:off x="5465920" y="1479343"/>
            <a:ext cx="6134101" cy="4572001"/>
          </a:xfrm>
          <a:prstGeom prst="rect">
            <a:avLst/>
          </a:prstGeom>
          <a:ln w="12700">
            <a:miter lim="400000"/>
          </a:ln>
        </p:spPr>
      </p:pic>
      <p:pic>
        <p:nvPicPr>
          <p:cNvPr id="157" name="Screenshot 2026-03-23 at 9.55.40 AM.png" descr="Screenshot 2026-03-23 at 9.55.40 AM.png"/>
          <p:cNvPicPr>
            <a:picLocks noChangeAspect="1"/>
          </p:cNvPicPr>
          <p:nvPr/>
        </p:nvPicPr>
        <p:blipFill>
          <a:blip r:embed="rId3">
            <a:extLst/>
          </a:blip>
          <a:stretch>
            <a:fillRect/>
          </a:stretch>
        </p:blipFill>
        <p:spPr>
          <a:xfrm>
            <a:off x="656946" y="2003822"/>
            <a:ext cx="4340472" cy="3241790"/>
          </a:xfrm>
          <a:prstGeom prst="rect">
            <a:avLst/>
          </a:prstGeom>
          <a:ln w="12700">
            <a:miter lim="400000"/>
          </a:ln>
        </p:spPr>
      </p:pic>
      <p:sp>
        <p:nvSpPr>
          <p:cNvPr id="158" name="Slide Number"/>
          <p:cNvSpPr txBox="1"/>
          <p:nvPr>
            <p:ph type="sldNum" sz="quarter" idx="4294967295"/>
          </p:nvPr>
        </p:nvSpPr>
        <p:spPr>
          <a:prstGeom prst="rect">
            <a:avLst/>
          </a:prstGeom>
          <a:extLst>
            <a:ext uri="{C572A759-6A51-4108-AA02-DFA0A04FC94B}">
              <ma14:wrappingTextBoxFlag xmlns:ma14="http://schemas.microsoft.com/office/mac/drawingml/2011/main" val="1"/>
            </a:ext>
          </a:extLst>
        </p:spPr>
        <p:txBody>
          <a:bodyPr/>
          <a:lstStyle/>
          <a:p>
            <a:pPr/>
            <a:fld id="{86CB4B4D-7CA3-9044-876B-883B54F8677D}" type="slidenum"/>
          </a:p>
        </p:txBody>
      </p:sp>
    </p:spTree>
  </p:cSld>
  <p:clrMapOvr>
    <a:masterClrMapping/>
  </p:clrMapOvr>
  <p:transition xmlns:p14="http://schemas.microsoft.com/office/powerpoint/2010/main" spd="med" advClick="1"/>
</p:sld>
</file>

<file path=ppt/slides/slide14.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60" name="Title 1"/>
          <p:cNvSpPr txBox="1"/>
          <p:nvPr>
            <p:ph type="title"/>
          </p:nvPr>
        </p:nvSpPr>
        <p:spPr>
          <a:xfrm>
            <a:off x="521207" y="978408"/>
            <a:ext cx="11155682" cy="1463041"/>
          </a:xfrm>
          <a:prstGeom prst="rect">
            <a:avLst/>
          </a:prstGeom>
        </p:spPr>
        <p:txBody>
          <a:bodyPr/>
          <a:lstStyle>
            <a:lvl1pPr>
              <a:defRPr u="sng"/>
            </a:lvl1pPr>
          </a:lstStyle>
          <a:p>
            <a:pPr/>
            <a:r>
              <a:t>10. CONCLUSION</a:t>
            </a:r>
          </a:p>
        </p:txBody>
      </p:sp>
      <p:sp>
        <p:nvSpPr>
          <p:cNvPr id="161" name="Content Placeholder 2"/>
          <p:cNvSpPr txBox="1"/>
          <p:nvPr>
            <p:ph type="body" idx="1"/>
          </p:nvPr>
        </p:nvSpPr>
        <p:spPr>
          <a:xfrm>
            <a:off x="514961" y="2085182"/>
            <a:ext cx="11155682" cy="3767329"/>
          </a:xfrm>
          <a:prstGeom prst="rect">
            <a:avLst/>
          </a:prstGeom>
        </p:spPr>
        <p:txBody>
          <a:bodyPr/>
          <a:lstStyle/>
          <a:p>
            <a:pPr marL="221742" indent="-221742" defTabSz="886968">
              <a:spcBef>
                <a:spcPts val="900"/>
              </a:spcBef>
              <a:defRPr b="1" sz="2134">
                <a:solidFill>
                  <a:srgbClr val="0D0D0D"/>
                </a:solidFill>
              </a:defRPr>
            </a:pPr>
            <a:r>
              <a:t>The Soldier Health &amp; Position Tracking System </a:t>
            </a:r>
            <a:r>
              <a:rPr b="0"/>
              <a:t>bridges a critical gap in battlefield operations by providing </a:t>
            </a:r>
            <a:r>
              <a:t>automated real-time tracking</a:t>
            </a:r>
            <a:r>
              <a:rPr b="0"/>
              <a:t> of both health vitals and geographical position. It enhances soldier safety, reduces response time in emergencies, and improves operational awareness for command units. This project also demonstrates the effective integration of embedded hardware and communication technologies for life-critical applications</a:t>
            </a:r>
            <a:endParaRPr b="0"/>
          </a:p>
          <a:p>
            <a:pPr marL="221742" indent="-221742" defTabSz="886968">
              <a:spcBef>
                <a:spcPts val="900"/>
              </a:spcBef>
              <a:defRPr b="1" sz="2134">
                <a:solidFill>
                  <a:srgbClr val="0D0D0D"/>
                </a:solidFill>
              </a:defRPr>
            </a:pPr>
            <a:r>
              <a:t>Future Scalability</a:t>
            </a:r>
            <a:br/>
            <a:r>
              <a:rPr b="0"/>
              <a:t>The system can be further enhanced by integrating advanced sensors, IoT cloud platforms, and AI-based analytics to improve prediction, monitoring accuracy, and overall mission effectiveness</a:t>
            </a:r>
            <a:r>
              <a:t>.</a:t>
            </a:r>
          </a:p>
        </p:txBody>
      </p:sp>
      <p:sp>
        <p:nvSpPr>
          <p:cNvPr id="162" name="Slide Number"/>
          <p:cNvSpPr txBox="1"/>
          <p:nvPr>
            <p:ph type="sldNum" sz="quarter" idx="4294967295"/>
          </p:nvPr>
        </p:nvSpPr>
        <p:spPr>
          <a:prstGeom prst="rect">
            <a:avLst/>
          </a:prstGeom>
          <a:extLst>
            <a:ext uri="{C572A759-6A51-4108-AA02-DFA0A04FC94B}">
              <ma14:wrappingTextBoxFlag xmlns:ma14="http://schemas.microsoft.com/office/mac/drawingml/2011/main" val="1"/>
            </a:ext>
          </a:extLst>
        </p:spPr>
        <p:txBody>
          <a:bodyPr/>
          <a:lstStyle/>
          <a:p>
            <a:pPr/>
            <a:fld id="{86CB4B4D-7CA3-9044-876B-883B54F8677D}" type="slidenum"/>
          </a:p>
        </p:txBody>
      </p:sp>
    </p:spTree>
  </p:cSld>
  <p:clrMapOvr>
    <a:masterClrMapping/>
  </p:clrMapOvr>
  <p:transition xmlns:p14="http://schemas.microsoft.com/office/powerpoint/2010/main" spd="med" advClick="1"/>
</p:sld>
</file>

<file path=ppt/slides/slide15.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64" name="11. FUTURE SCOPE"/>
          <p:cNvSpPr txBox="1"/>
          <p:nvPr>
            <p:ph type="title"/>
          </p:nvPr>
        </p:nvSpPr>
        <p:spPr>
          <a:xfrm>
            <a:off x="518159" y="896109"/>
            <a:ext cx="11155682" cy="1463041"/>
          </a:xfrm>
          <a:prstGeom prst="rect">
            <a:avLst/>
          </a:prstGeom>
        </p:spPr>
        <p:txBody>
          <a:bodyPr/>
          <a:lstStyle/>
          <a:p>
            <a:pPr/>
            <a:r>
              <a:t>11. FUTURE SCOPE</a:t>
            </a:r>
          </a:p>
        </p:txBody>
      </p:sp>
      <p:sp>
        <p:nvSpPr>
          <p:cNvPr id="165" name="Future Enhancements of Soldier Health and Position Tracking System…"/>
          <p:cNvSpPr txBox="1"/>
          <p:nvPr>
            <p:ph type="body" sz="half" idx="1"/>
          </p:nvPr>
        </p:nvSpPr>
        <p:spPr>
          <a:xfrm>
            <a:off x="763464" y="3299758"/>
            <a:ext cx="11155681" cy="2213648"/>
          </a:xfrm>
          <a:prstGeom prst="rect">
            <a:avLst/>
          </a:prstGeom>
        </p:spPr>
        <p:txBody>
          <a:bodyPr/>
          <a:lstStyle/>
          <a:p>
            <a:pPr/>
            <a:r>
              <a:t>Future Enhancements of Soldier Health and Position Tracking System</a:t>
            </a:r>
          </a:p>
          <a:p>
            <a:pPr/>
            <a:r>
              <a:t>Proposed Improvements and Advancements</a:t>
            </a:r>
          </a:p>
          <a:p>
            <a:pPr/>
            <a:r>
              <a:t>System Enhancement and Development Scope</a:t>
            </a:r>
          </a:p>
          <a:p>
            <a:pPr/>
            <a:r>
              <a:t>Future Scope of the System (most commonly used in reports)</a:t>
            </a:r>
          </a:p>
          <a:p>
            <a:pPr/>
            <a:r>
              <a:t>Advanced Features and Future Upgrades</a:t>
            </a:r>
          </a:p>
        </p:txBody>
      </p:sp>
      <p:sp>
        <p:nvSpPr>
          <p:cNvPr id="166" name="Although the Soldier Health and Position Tracking System provides an effective solution…"/>
          <p:cNvSpPr txBox="1"/>
          <p:nvPr/>
        </p:nvSpPr>
        <p:spPr>
          <a:xfrm>
            <a:off x="740992" y="1902829"/>
            <a:ext cx="9462528" cy="1259841"/>
          </a:xfrm>
          <a:prstGeom prst="rect">
            <a:avLst/>
          </a:prstGeom>
          <a:ln w="12700">
            <a:miter lim="400000"/>
          </a:ln>
          <a:extLst>
            <a:ext uri="{C572A759-6A51-4108-AA02-DFA0A04FC94B}">
              <ma14:wrappingTextBoxFlag xmlns:ma14="http://schemas.microsoft.com/office/mac/drawingml/2011/main" val="1"/>
            </a:ext>
          </a:extLst>
        </p:spPr>
        <p:txBody>
          <a:bodyPr wrap="none" lIns="45719" rIns="45719">
            <a:spAutoFit/>
          </a:bodyPr>
          <a:lstStyle/>
          <a:p>
            <a:pPr algn="just">
              <a:lnSpc>
                <a:spcPct val="150000"/>
              </a:lnSpc>
              <a:defRPr sz="1900"/>
            </a:pPr>
            <a:r>
              <a:t>Although the Soldier Health and Position Tracking System provides an effective solution</a:t>
            </a:r>
          </a:p>
          <a:p>
            <a:pPr defTabSz="457200">
              <a:lnSpc>
                <a:spcPct val="150000"/>
              </a:lnSpc>
              <a:defRPr sz="1900">
                <a:latin typeface="+mn-lt"/>
                <a:ea typeface="+mn-ea"/>
                <a:cs typeface="+mn-cs"/>
                <a:sym typeface="Helvetica"/>
              </a:defRPr>
            </a:pPr>
            <a:r>
              <a:t>for monitoring soldiers health and location, there are several opportunities for further</a:t>
            </a:r>
          </a:p>
          <a:p>
            <a:pPr algn="just">
              <a:lnSpc>
                <a:spcPct val="150000"/>
              </a:lnSpc>
              <a:defRPr sz="1900"/>
            </a:pPr>
            <a:r>
              <a:t>improvement and development</a:t>
            </a:r>
          </a:p>
        </p:txBody>
      </p:sp>
      <p:sp>
        <p:nvSpPr>
          <p:cNvPr id="167" name="Slide Number"/>
          <p:cNvSpPr txBox="1"/>
          <p:nvPr>
            <p:ph type="sldNum" sz="quarter" idx="4294967295"/>
          </p:nvPr>
        </p:nvSpPr>
        <p:spPr>
          <a:prstGeom prst="rect">
            <a:avLst/>
          </a:prstGeom>
          <a:extLst>
            <a:ext uri="{C572A759-6A51-4108-AA02-DFA0A04FC94B}">
              <ma14:wrappingTextBoxFlag xmlns:ma14="http://schemas.microsoft.com/office/mac/drawingml/2011/main" val="1"/>
            </a:ext>
          </a:extLst>
        </p:spPr>
        <p:txBody>
          <a:bodyPr/>
          <a:lstStyle/>
          <a:p>
            <a:pPr/>
            <a:fld id="{86CB4B4D-7CA3-9044-876B-883B54F8677D}" type="slidenum"/>
          </a:p>
        </p:txBody>
      </p:sp>
    </p:spTree>
  </p:cSld>
  <p:clrMapOvr>
    <a:masterClrMapping/>
  </p:clrMapOvr>
  <p:transition xmlns:p14="http://schemas.microsoft.com/office/powerpoint/2010/main" spd="med" advClick="1"/>
</p:sld>
</file>

<file path=ppt/slides/slide16.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69" name="Title 1"/>
          <p:cNvSpPr txBox="1"/>
          <p:nvPr>
            <p:ph type="title"/>
          </p:nvPr>
        </p:nvSpPr>
        <p:spPr>
          <a:xfrm>
            <a:off x="521207" y="978408"/>
            <a:ext cx="11155682" cy="1463041"/>
          </a:xfrm>
          <a:prstGeom prst="rect">
            <a:avLst/>
          </a:prstGeom>
        </p:spPr>
        <p:txBody>
          <a:bodyPr/>
          <a:lstStyle/>
          <a:p>
            <a:pPr/>
            <a:r>
              <a:t>12. REFERENCE</a:t>
            </a:r>
          </a:p>
        </p:txBody>
      </p:sp>
      <p:sp>
        <p:nvSpPr>
          <p:cNvPr id="170" name="Content Placeholder 2"/>
          <p:cNvSpPr txBox="1"/>
          <p:nvPr>
            <p:ph type="body" idx="1"/>
          </p:nvPr>
        </p:nvSpPr>
        <p:spPr>
          <a:xfrm>
            <a:off x="518159" y="1759254"/>
            <a:ext cx="11155682" cy="3742379"/>
          </a:xfrm>
          <a:prstGeom prst="rect">
            <a:avLst/>
          </a:prstGeom>
        </p:spPr>
        <p:txBody>
          <a:bodyPr/>
          <a:lstStyle/>
          <a:p>
            <a:pPr marL="0" indent="0">
              <a:buSzTx/>
              <a:buNone/>
              <a:defRPr b="1">
                <a:solidFill>
                  <a:srgbClr val="0D0D0D"/>
                </a:solidFill>
              </a:defRPr>
            </a:pPr>
          </a:p>
          <a:p>
            <a:pPr>
              <a:defRPr sz="2200">
                <a:solidFill>
                  <a:srgbClr val="0D0D0D"/>
                </a:solidFill>
              </a:defRPr>
            </a:pPr>
            <a:r>
              <a:rPr u="sng">
                <a:solidFill>
                  <a:srgbClr val="2998E3"/>
                </a:solidFill>
                <a:uFill>
                  <a:solidFill>
                    <a:srgbClr val="2998E3"/>
                  </a:solidFill>
                </a:uFill>
                <a:hlinkClick r:id="rId2" invalidUrl="" action="" tgtFrame="" tooltip="" history="1" highlightClick="0" endSnd="0"/>
              </a:rPr>
              <a:t>https://ieeexplore.ieee.org/document/9754096</a:t>
            </a:r>
            <a:endParaRPr b="1"/>
          </a:p>
          <a:p>
            <a:pPr>
              <a:defRPr sz="2200">
                <a:solidFill>
                  <a:srgbClr val="0D0D0D"/>
                </a:solidFill>
              </a:defRPr>
            </a:pPr>
            <a:r>
              <a:rPr u="sng">
                <a:solidFill>
                  <a:srgbClr val="2998E3"/>
                </a:solidFill>
                <a:uFill>
                  <a:solidFill>
                    <a:srgbClr val="2998E3"/>
                  </a:solidFill>
                </a:uFill>
                <a:hlinkClick r:id="rId3" invalidUrl="" action="" tgtFrame="" tooltip="" history="1" highlightClick="0" endSnd="0"/>
              </a:rPr>
              <a:t>https://tinyurl.com/yrhe4mj9</a:t>
            </a:r>
            <a:endParaRPr b="1"/>
          </a:p>
          <a:p>
            <a:pPr>
              <a:defRPr sz="2200">
                <a:solidFill>
                  <a:srgbClr val="0D0D0D"/>
                </a:solidFill>
              </a:defRPr>
            </a:pPr>
            <a:r>
              <a:rPr u="sng">
                <a:solidFill>
                  <a:srgbClr val="2998E3"/>
                </a:solidFill>
                <a:uFill>
                  <a:solidFill>
                    <a:srgbClr val="2998E3"/>
                  </a:solidFill>
                </a:uFill>
                <a:hlinkClick r:id="rId4" invalidUrl="" action="" tgtFrame="" tooltip="" history="1" highlightClick="0" endSnd="0"/>
              </a:rPr>
              <a:t>https://nevonprojects.com/soldier-health-position-tracking-system/</a:t>
            </a:r>
            <a:endParaRPr b="1"/>
          </a:p>
        </p:txBody>
      </p:sp>
    </p:spTree>
  </p:cSld>
  <p:clrMapOvr>
    <a:masterClrMapping/>
  </p:clrMapOvr>
  <p:transition xmlns:p14="http://schemas.microsoft.com/office/powerpoint/2010/main" spd="med" advClick="1"/>
</p:sld>
</file>

<file path=ppt/theme/theme1.xml><?xml version="1.0" encoding="utf-8"?>
<a:theme xmlns:a="http://schemas.openxmlformats.org/drawingml/2006/main" xmlns:r="http://schemas.openxmlformats.org/officeDocument/2006/relationships" name="GestaltVTI">
  <a:themeElements>
    <a:clrScheme name="GestaltVTI">
      <a:dk1>
        <a:srgbClr val="000000"/>
      </a:dk1>
      <a:lt1>
        <a:srgbClr val="FFFFFF"/>
      </a:lt1>
      <a:dk2>
        <a:srgbClr val="A7A7A7"/>
      </a:dk2>
      <a:lt2>
        <a:srgbClr val="535353"/>
      </a:lt2>
      <a:accent1>
        <a:srgbClr val="EBA000"/>
      </a:accent1>
      <a:accent2>
        <a:srgbClr val="00BAC8"/>
      </a:accent2>
      <a:accent3>
        <a:srgbClr val="E64823"/>
      </a:accent3>
      <a:accent4>
        <a:srgbClr val="4D5AFF"/>
      </a:accent4>
      <a:accent5>
        <a:srgbClr val="FE5D21"/>
      </a:accent5>
      <a:accent6>
        <a:srgbClr val="00C777"/>
      </a:accent6>
      <a:hlink>
        <a:srgbClr val="0000FF"/>
      </a:hlink>
      <a:folHlink>
        <a:srgbClr val="FF00FF"/>
      </a:folHlink>
    </a:clrScheme>
    <a:fontScheme name="GestaltVTI">
      <a:majorFont>
        <a:latin typeface="Bierstadt"/>
        <a:ea typeface="Bierstadt"/>
        <a:cs typeface="Bierstadt"/>
      </a:majorFont>
      <a:minorFont>
        <a:latin typeface="Helvetica"/>
        <a:ea typeface="Helvetica"/>
        <a:cs typeface="Helvetica"/>
      </a:minorFont>
    </a:fontScheme>
    <a:fmtScheme name="GestaltVTI">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29999"/>
              </a:schemeClr>
            </a:gs>
            <a:gs pos="100000">
              <a:schemeClr val="phClr">
                <a:tint val="50000"/>
                <a:shade val="100000"/>
                <a:satMod val="350000"/>
              </a:schemeClr>
            </a:gs>
          </a:gsLst>
          <a:lin ang="16200000" scaled="0"/>
        </a:gradFill>
      </a:fillStyleLst>
      <a:lnStyleLst>
        <a:ln w="9525" cap="flat" cmpd="sng" algn="ctr">
          <a:solidFill>
            <a:schemeClr val="phClr">
              <a:shade val="95000"/>
              <a:satMod val="104999"/>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effectStyle>
        <a:effectStyle>
          <a:effectLst/>
        </a:effectStyle>
        <a:effectStyle>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rgbClr val="FFFFFF"/>
        </a:solidFill>
        <a:ln w="19050" cap="flat">
          <a:solidFill>
            <a:schemeClr val="accent1"/>
          </a:solidFill>
          <a:prstDash val="solid"/>
          <a:miter lim="800000"/>
        </a:ln>
        <a:effectLst/>
        <a:sp3d/>
      </a:spPr>
      <a:bodyPr rot="0" spcFirstLastPara="1" vertOverflow="overflow" horzOverflow="overflow" vert="horz" wrap="square" lIns="45719" tIns="45719" rIns="45719" bIns="45719" numCol="1" spcCol="38100" rtlCol="0" anchor="ctr" upright="0">
        <a:spAutoFit/>
      </a:bodyPr>
      <a:lstStyle>
        <a:defPPr marL="0" marR="0" indent="0" algn="l" defTabSz="9144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mj-lt"/>
            <a:ea typeface="+mj-ea"/>
            <a:cs typeface="+mj-cs"/>
            <a:sym typeface="Bierstadt"/>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spDef>
    <a:lnDef>
      <a:spPr>
        <a:noFill/>
        <a:ln w="19050" cap="flat">
          <a:solidFill>
            <a:schemeClr val="accent1"/>
          </a:solidFill>
          <a:prstDash val="solid"/>
          <a:miter lim="800000"/>
        </a:ln>
        <a:effectLst/>
        <a:sp3d/>
      </a:spPr>
      <a:bodyPr rot="0" spcFirstLastPara="1" vertOverflow="overflow" horzOverflow="overflow" vert="horz" wrap="square" lIns="91439" tIns="45719" rIns="91439" bIns="45719" numCol="1" spcCol="38100" rtlCol="0" anchor="t" upright="0">
        <a:noAutofit/>
      </a:bodyPr>
      <a:lstStyle>
        <a:def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lnDef>
    <a:txDef>
      <a:spPr>
        <a:noFill/>
        <a:ln w="12700" cap="flat">
          <a:noFill/>
          <a:miter lim="400000"/>
        </a:ln>
        <a:effectLst/>
        <a:sp3d/>
      </a:spPr>
      <a:bodyPr rot="0" spcFirstLastPara="1" vertOverflow="overflow" horzOverflow="overflow" vert="horz" wrap="square" lIns="45719" tIns="45719" rIns="45719" bIns="45719" numCol="1" spcCol="38100" rtlCol="0" anchor="t" upright="0">
        <a:spAutoFit/>
      </a:bodyPr>
      <a:lstStyle>
        <a:defPPr marL="0" marR="0" indent="0" algn="l" defTabSz="9144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mj-lt"/>
            <a:ea typeface="+mj-ea"/>
            <a:cs typeface="+mj-cs"/>
            <a:sym typeface="Bierstadt"/>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txDef>
  </a:objectDefaults>
</a:theme>
</file>

<file path=ppt/theme/theme2.xml><?xml version="1.0" encoding="utf-8"?>
<a:theme xmlns:a="http://schemas.openxmlformats.org/drawingml/2006/main" xmlns:r="http://schemas.openxmlformats.org/officeDocument/2006/relationships" name="GestaltVTI">
  <a:themeElements>
    <a:clrScheme name="GestaltVTI">
      <a:dk1>
        <a:srgbClr val="000000"/>
      </a:dk1>
      <a:lt1>
        <a:srgbClr val="FFFFFF"/>
      </a:lt1>
      <a:dk2>
        <a:srgbClr val="A7A7A7"/>
      </a:dk2>
      <a:lt2>
        <a:srgbClr val="535353"/>
      </a:lt2>
      <a:accent1>
        <a:srgbClr val="EBA000"/>
      </a:accent1>
      <a:accent2>
        <a:srgbClr val="00BAC8"/>
      </a:accent2>
      <a:accent3>
        <a:srgbClr val="E64823"/>
      </a:accent3>
      <a:accent4>
        <a:srgbClr val="4D5AFF"/>
      </a:accent4>
      <a:accent5>
        <a:srgbClr val="FE5D21"/>
      </a:accent5>
      <a:accent6>
        <a:srgbClr val="00C777"/>
      </a:accent6>
      <a:hlink>
        <a:srgbClr val="0000FF"/>
      </a:hlink>
      <a:folHlink>
        <a:srgbClr val="FF00FF"/>
      </a:folHlink>
    </a:clrScheme>
    <a:fontScheme name="GestaltVTI">
      <a:majorFont>
        <a:latin typeface="Bierstadt"/>
        <a:ea typeface="Bierstadt"/>
        <a:cs typeface="Bierstadt"/>
      </a:majorFont>
      <a:minorFont>
        <a:latin typeface="Helvetica"/>
        <a:ea typeface="Helvetica"/>
        <a:cs typeface="Helvetica"/>
      </a:minorFont>
    </a:fontScheme>
    <a:fmtScheme name="GestaltVTI">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29999"/>
              </a:schemeClr>
            </a:gs>
            <a:gs pos="100000">
              <a:schemeClr val="phClr">
                <a:tint val="50000"/>
                <a:shade val="100000"/>
                <a:satMod val="350000"/>
              </a:schemeClr>
            </a:gs>
          </a:gsLst>
          <a:lin ang="16200000" scaled="0"/>
        </a:gradFill>
      </a:fillStyleLst>
      <a:lnStyleLst>
        <a:ln w="9525" cap="flat" cmpd="sng" algn="ctr">
          <a:solidFill>
            <a:schemeClr val="phClr">
              <a:shade val="95000"/>
              <a:satMod val="104999"/>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effectStyle>
        <a:effectStyle>
          <a:effectLst/>
        </a:effectStyle>
        <a:effectStyle>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rgbClr val="FFFFFF"/>
        </a:solidFill>
        <a:ln w="19050" cap="flat">
          <a:solidFill>
            <a:schemeClr val="accent1"/>
          </a:solidFill>
          <a:prstDash val="solid"/>
          <a:miter lim="800000"/>
        </a:ln>
        <a:effectLst/>
        <a:sp3d/>
      </a:spPr>
      <a:bodyPr rot="0" spcFirstLastPara="1" vertOverflow="overflow" horzOverflow="overflow" vert="horz" wrap="square" lIns="45719" tIns="45719" rIns="45719" bIns="45719" numCol="1" spcCol="38100" rtlCol="0" anchor="ctr" upright="0">
        <a:spAutoFit/>
      </a:bodyPr>
      <a:lstStyle>
        <a:defPPr marL="0" marR="0" indent="0" algn="l" defTabSz="9144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mj-lt"/>
            <a:ea typeface="+mj-ea"/>
            <a:cs typeface="+mj-cs"/>
            <a:sym typeface="Bierstadt"/>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spDef>
    <a:lnDef>
      <a:spPr>
        <a:noFill/>
        <a:ln w="19050" cap="flat">
          <a:solidFill>
            <a:schemeClr val="accent1"/>
          </a:solidFill>
          <a:prstDash val="solid"/>
          <a:miter lim="800000"/>
        </a:ln>
        <a:effectLst/>
        <a:sp3d/>
      </a:spPr>
      <a:bodyPr rot="0" spcFirstLastPara="1" vertOverflow="overflow" horzOverflow="overflow" vert="horz" wrap="square" lIns="91439" tIns="45719" rIns="91439" bIns="45719" numCol="1" spcCol="38100" rtlCol="0" anchor="t" upright="0">
        <a:noAutofit/>
      </a:bodyPr>
      <a:lstStyle>
        <a:def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lnDef>
    <a:txDef>
      <a:spPr>
        <a:noFill/>
        <a:ln w="12700" cap="flat">
          <a:noFill/>
          <a:miter lim="400000"/>
        </a:ln>
        <a:effectLst/>
        <a:sp3d/>
      </a:spPr>
      <a:bodyPr rot="0" spcFirstLastPara="1" vertOverflow="overflow" horzOverflow="overflow" vert="horz" wrap="square" lIns="45719" tIns="45719" rIns="45719" bIns="45719" numCol="1" spcCol="38100" rtlCol="0" anchor="t" upright="0">
        <a:spAutoFit/>
      </a:bodyPr>
      <a:lstStyle>
        <a:defPPr marL="0" marR="0" indent="0" algn="l" defTabSz="9144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mj-lt"/>
            <a:ea typeface="+mj-ea"/>
            <a:cs typeface="+mj-cs"/>
            <a:sym typeface="Bierstadt"/>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txDef>
  </a:objectDefaults>
</a:theme>
</file>

<file path=docProps/app.xml><?xml version="1.0" encoding="utf-8"?>
<Properties xmlns="http://schemas.openxmlformats.org/officeDocument/2006/extended-properties" xmlns:vt="http://schemas.openxmlformats.org/officeDocument/2006/docPropsVTypes"/>
</file>

<file path=docProps/core.xml><?xml version="1.0" encoding="utf-8"?>
<cp:coreProperties xmlns:cp="http://schemas.openxmlformats.org/package/2006/metadata/core-properties" xmlns:dc="http://purl.org/dc/elements/1.1/" xmlns:dcterms="http://purl.org/dc/terms/" xmlns:xsi="http://www.w3.org/2001/XMLSchema-instance"/>
</file>